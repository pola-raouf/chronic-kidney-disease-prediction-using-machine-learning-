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27"/>
  </p:notesMasterIdLst>
  <p:sldIdLst>
    <p:sldId id="256" r:id="rId2"/>
    <p:sldId id="258" r:id="rId3"/>
    <p:sldId id="259" r:id="rId4"/>
    <p:sldId id="261" r:id="rId5"/>
    <p:sldId id="307" r:id="rId6"/>
    <p:sldId id="308" r:id="rId7"/>
    <p:sldId id="309" r:id="rId8"/>
    <p:sldId id="317" r:id="rId9"/>
    <p:sldId id="310" r:id="rId10"/>
    <p:sldId id="314" r:id="rId11"/>
    <p:sldId id="312" r:id="rId12"/>
    <p:sldId id="311" r:id="rId13"/>
    <p:sldId id="332" r:id="rId14"/>
    <p:sldId id="315" r:id="rId15"/>
    <p:sldId id="321" r:id="rId16"/>
    <p:sldId id="316" r:id="rId17"/>
    <p:sldId id="319" r:id="rId18"/>
    <p:sldId id="333" r:id="rId19"/>
    <p:sldId id="318" r:id="rId20"/>
    <p:sldId id="326" r:id="rId21"/>
    <p:sldId id="328" r:id="rId22"/>
    <p:sldId id="323" r:id="rId23"/>
    <p:sldId id="335" r:id="rId24"/>
    <p:sldId id="334" r:id="rId25"/>
    <p:sldId id="329" r:id="rId26"/>
  </p:sldIdLst>
  <p:sldSz cx="9144000" cy="5143500" type="screen16x9"/>
  <p:notesSz cx="6858000" cy="9144000"/>
  <p:embeddedFontLst>
    <p:embeddedFont>
      <p:font typeface="Calibri" panose="020F0502020204030204" pitchFamily="34" charset="0"/>
      <p:regular r:id="rId28"/>
      <p:bold r:id="rId29"/>
      <p:italic r:id="rId30"/>
      <p:boldItalic r:id="rId31"/>
    </p:embeddedFont>
    <p:embeddedFont>
      <p:font typeface="Lato" panose="020F0502020204030203" pitchFamily="34" charset="0"/>
      <p:regular r:id="rId32"/>
      <p:bold r:id="rId33"/>
      <p:italic r:id="rId34"/>
      <p:boldItalic r:id="rId35"/>
    </p:embeddedFont>
    <p:embeddedFont>
      <p:font typeface="Sora" panose="020B0604020202020204" charset="0"/>
      <p:regular r:id="rId36"/>
      <p:bold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1288D59-4680-417B-AD80-FE4ADA515104}">
  <a:tblStyle styleId="{11288D59-4680-417B-AD80-FE4ADA51510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56" autoAdjust="0"/>
    <p:restoredTop sz="90046" autoAdjust="0"/>
  </p:normalViewPr>
  <p:slideViewPr>
    <p:cSldViewPr snapToGrid="0">
      <p:cViewPr varScale="1">
        <p:scale>
          <a:sx n="131" d="100"/>
          <a:sy n="131" d="100"/>
        </p:scale>
        <p:origin x="642" y="12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d1bf8d6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d1bf8d60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d1bf8d60a4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d1bf8d60a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20f41e1924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20f41e1924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20f41e19245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0f41e19245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296106F7-13B8-C447-6F35-0278643A652F}"/>
            </a:ext>
          </a:extLst>
        </p:cNvPr>
        <p:cNvGrpSpPr/>
        <p:nvPr/>
      </p:nvGrpSpPr>
      <p:grpSpPr>
        <a:xfrm>
          <a:off x="0" y="0"/>
          <a:ext cx="0" cy="0"/>
          <a:chOff x="0" y="0"/>
          <a:chExt cx="0" cy="0"/>
        </a:xfrm>
      </p:grpSpPr>
      <p:sp>
        <p:nvSpPr>
          <p:cNvPr id="521" name="Google Shape;521;g20f41e19245_0_19:notes">
            <a:extLst>
              <a:ext uri="{FF2B5EF4-FFF2-40B4-BE49-F238E27FC236}">
                <a16:creationId xmlns:a16="http://schemas.microsoft.com/office/drawing/2014/main" id="{395055D8-C820-59CA-6C67-F444494E56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0f41e19245_0_19:notes">
            <a:extLst>
              <a:ext uri="{FF2B5EF4-FFF2-40B4-BE49-F238E27FC236}">
                <a16:creationId xmlns:a16="http://schemas.microsoft.com/office/drawing/2014/main" id="{1A251553-883D-0527-82BE-65B14DBC11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27789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a:extLst>
            <a:ext uri="{FF2B5EF4-FFF2-40B4-BE49-F238E27FC236}">
              <a16:creationId xmlns:a16="http://schemas.microsoft.com/office/drawing/2014/main" id="{52FCC83E-8420-59A2-9491-9E94CCF14417}"/>
            </a:ext>
          </a:extLst>
        </p:cNvPr>
        <p:cNvGrpSpPr/>
        <p:nvPr/>
      </p:nvGrpSpPr>
      <p:grpSpPr>
        <a:xfrm>
          <a:off x="0" y="0"/>
          <a:ext cx="0" cy="0"/>
          <a:chOff x="0" y="0"/>
          <a:chExt cx="0" cy="0"/>
        </a:xfrm>
      </p:grpSpPr>
      <p:sp>
        <p:nvSpPr>
          <p:cNvPr id="463" name="Google Shape;463;g20f41e19245_0_0:notes">
            <a:extLst>
              <a:ext uri="{FF2B5EF4-FFF2-40B4-BE49-F238E27FC236}">
                <a16:creationId xmlns:a16="http://schemas.microsoft.com/office/drawing/2014/main" id="{95E7298A-DA34-A782-8C05-5C16299D9C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20f41e19245_0_0:notes">
            <a:extLst>
              <a:ext uri="{FF2B5EF4-FFF2-40B4-BE49-F238E27FC236}">
                <a16:creationId xmlns:a16="http://schemas.microsoft.com/office/drawing/2014/main" id="{EAEC1106-196B-EDB9-882C-38F556CD7D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14901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8A9649B5-08FA-959A-EA57-EE460A64D368}"/>
            </a:ext>
          </a:extLst>
        </p:cNvPr>
        <p:cNvGrpSpPr/>
        <p:nvPr/>
      </p:nvGrpSpPr>
      <p:grpSpPr>
        <a:xfrm>
          <a:off x="0" y="0"/>
          <a:ext cx="0" cy="0"/>
          <a:chOff x="0" y="0"/>
          <a:chExt cx="0" cy="0"/>
        </a:xfrm>
      </p:grpSpPr>
      <p:sp>
        <p:nvSpPr>
          <p:cNvPr id="521" name="Google Shape;521;g20f41e19245_0_19:notes">
            <a:extLst>
              <a:ext uri="{FF2B5EF4-FFF2-40B4-BE49-F238E27FC236}">
                <a16:creationId xmlns:a16="http://schemas.microsoft.com/office/drawing/2014/main" id="{D4173BC1-46D3-EE61-A54B-BE223E2FC9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0f41e19245_0_19:notes">
            <a:extLst>
              <a:ext uri="{FF2B5EF4-FFF2-40B4-BE49-F238E27FC236}">
                <a16:creationId xmlns:a16="http://schemas.microsoft.com/office/drawing/2014/main" id="{E4F95633-A92E-45A5-B452-0A53ABFF47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90202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84A28C8D-A82D-25A8-836F-9B2D657196E6}"/>
            </a:ext>
          </a:extLst>
        </p:cNvPr>
        <p:cNvGrpSpPr/>
        <p:nvPr/>
      </p:nvGrpSpPr>
      <p:grpSpPr>
        <a:xfrm>
          <a:off x="0" y="0"/>
          <a:ext cx="0" cy="0"/>
          <a:chOff x="0" y="0"/>
          <a:chExt cx="0" cy="0"/>
        </a:xfrm>
      </p:grpSpPr>
      <p:sp>
        <p:nvSpPr>
          <p:cNvPr id="521" name="Google Shape;521;g20f41e19245_0_19:notes">
            <a:extLst>
              <a:ext uri="{FF2B5EF4-FFF2-40B4-BE49-F238E27FC236}">
                <a16:creationId xmlns:a16="http://schemas.microsoft.com/office/drawing/2014/main" id="{B688CA5E-171B-E65F-27DA-E06B97DD38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0f41e19245_0_19:notes">
            <a:extLst>
              <a:ext uri="{FF2B5EF4-FFF2-40B4-BE49-F238E27FC236}">
                <a16:creationId xmlns:a16="http://schemas.microsoft.com/office/drawing/2014/main" id="{F256E6D8-3B3D-0FC2-4FCB-9768CE0A6D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17207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EEAFC025-C5B6-AF4E-E041-B38B557D63AE}"/>
            </a:ext>
          </a:extLst>
        </p:cNvPr>
        <p:cNvGrpSpPr/>
        <p:nvPr/>
      </p:nvGrpSpPr>
      <p:grpSpPr>
        <a:xfrm>
          <a:off x="0" y="0"/>
          <a:ext cx="0" cy="0"/>
          <a:chOff x="0" y="0"/>
          <a:chExt cx="0" cy="0"/>
        </a:xfrm>
      </p:grpSpPr>
      <p:sp>
        <p:nvSpPr>
          <p:cNvPr id="521" name="Google Shape;521;g20f41e19245_0_19:notes">
            <a:extLst>
              <a:ext uri="{FF2B5EF4-FFF2-40B4-BE49-F238E27FC236}">
                <a16:creationId xmlns:a16="http://schemas.microsoft.com/office/drawing/2014/main" id="{817D4B17-1A21-40BC-46A3-F27CF4CC42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0f41e19245_0_19:notes">
            <a:extLst>
              <a:ext uri="{FF2B5EF4-FFF2-40B4-BE49-F238E27FC236}">
                <a16:creationId xmlns:a16="http://schemas.microsoft.com/office/drawing/2014/main" id="{D6F8D98C-4231-717C-912B-CBCB422BBE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26296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21274407-FE1E-2220-F44F-34492075D48F}"/>
            </a:ext>
          </a:extLst>
        </p:cNvPr>
        <p:cNvGrpSpPr/>
        <p:nvPr/>
      </p:nvGrpSpPr>
      <p:grpSpPr>
        <a:xfrm>
          <a:off x="0" y="0"/>
          <a:ext cx="0" cy="0"/>
          <a:chOff x="0" y="0"/>
          <a:chExt cx="0" cy="0"/>
        </a:xfrm>
      </p:grpSpPr>
      <p:sp>
        <p:nvSpPr>
          <p:cNvPr id="521" name="Google Shape;521;g20f41e19245_0_19:notes">
            <a:extLst>
              <a:ext uri="{FF2B5EF4-FFF2-40B4-BE49-F238E27FC236}">
                <a16:creationId xmlns:a16="http://schemas.microsoft.com/office/drawing/2014/main" id="{DE7717A1-353C-697B-9E16-F8FE9E9FA6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0f41e19245_0_19:notes">
            <a:extLst>
              <a:ext uri="{FF2B5EF4-FFF2-40B4-BE49-F238E27FC236}">
                <a16:creationId xmlns:a16="http://schemas.microsoft.com/office/drawing/2014/main" id="{A7258AFF-F25E-C7A3-F264-3ED4E9DC50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88489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2F9067BF-72E0-94E7-FB26-C30E06D463A9}"/>
            </a:ext>
          </a:extLst>
        </p:cNvPr>
        <p:cNvGrpSpPr/>
        <p:nvPr/>
      </p:nvGrpSpPr>
      <p:grpSpPr>
        <a:xfrm>
          <a:off x="0" y="0"/>
          <a:ext cx="0" cy="0"/>
          <a:chOff x="0" y="0"/>
          <a:chExt cx="0" cy="0"/>
        </a:xfrm>
      </p:grpSpPr>
      <p:sp>
        <p:nvSpPr>
          <p:cNvPr id="521" name="Google Shape;521;g20f41e19245_0_19:notes">
            <a:extLst>
              <a:ext uri="{FF2B5EF4-FFF2-40B4-BE49-F238E27FC236}">
                <a16:creationId xmlns:a16="http://schemas.microsoft.com/office/drawing/2014/main" id="{E679FCB6-62CA-37CC-D6B0-6FDF3D5B37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0f41e19245_0_19:notes">
            <a:extLst>
              <a:ext uri="{FF2B5EF4-FFF2-40B4-BE49-F238E27FC236}">
                <a16:creationId xmlns:a16="http://schemas.microsoft.com/office/drawing/2014/main" id="{D1027CEF-7F6D-6E3D-AB56-8228CB5CED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62573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EE1F3C5E-1BCF-EF10-6F5C-DF26CDAE8D83}"/>
            </a:ext>
          </a:extLst>
        </p:cNvPr>
        <p:cNvGrpSpPr/>
        <p:nvPr/>
      </p:nvGrpSpPr>
      <p:grpSpPr>
        <a:xfrm>
          <a:off x="0" y="0"/>
          <a:ext cx="0" cy="0"/>
          <a:chOff x="0" y="0"/>
          <a:chExt cx="0" cy="0"/>
        </a:xfrm>
      </p:grpSpPr>
      <p:sp>
        <p:nvSpPr>
          <p:cNvPr id="521" name="Google Shape;521;g20f41e19245_0_19:notes">
            <a:extLst>
              <a:ext uri="{FF2B5EF4-FFF2-40B4-BE49-F238E27FC236}">
                <a16:creationId xmlns:a16="http://schemas.microsoft.com/office/drawing/2014/main" id="{4E8E8967-F72A-907D-1B64-82C3CCFFA5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0f41e19245_0_19:notes">
            <a:extLst>
              <a:ext uri="{FF2B5EF4-FFF2-40B4-BE49-F238E27FC236}">
                <a16:creationId xmlns:a16="http://schemas.microsoft.com/office/drawing/2014/main" id="{DC05041C-6C56-3C4D-ACA6-D25D91DF02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637637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465CAB59-2595-5B88-9A9A-9A7F665AB204}"/>
            </a:ext>
          </a:extLst>
        </p:cNvPr>
        <p:cNvGrpSpPr/>
        <p:nvPr/>
      </p:nvGrpSpPr>
      <p:grpSpPr>
        <a:xfrm>
          <a:off x="0" y="0"/>
          <a:ext cx="0" cy="0"/>
          <a:chOff x="0" y="0"/>
          <a:chExt cx="0" cy="0"/>
        </a:xfrm>
      </p:grpSpPr>
      <p:sp>
        <p:nvSpPr>
          <p:cNvPr id="521" name="Google Shape;521;g20f41e19245_0_19:notes">
            <a:extLst>
              <a:ext uri="{FF2B5EF4-FFF2-40B4-BE49-F238E27FC236}">
                <a16:creationId xmlns:a16="http://schemas.microsoft.com/office/drawing/2014/main" id="{8BC19E5B-63B3-E6E6-E834-B8D4F973C6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0f41e19245_0_19:notes">
            <a:extLst>
              <a:ext uri="{FF2B5EF4-FFF2-40B4-BE49-F238E27FC236}">
                <a16:creationId xmlns:a16="http://schemas.microsoft.com/office/drawing/2014/main" id="{FA69937D-36A2-E035-000D-64A417D20F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37501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35A03DE9-082D-7B7A-1FB8-ADDADBC85916}"/>
            </a:ext>
          </a:extLst>
        </p:cNvPr>
        <p:cNvGrpSpPr/>
        <p:nvPr/>
      </p:nvGrpSpPr>
      <p:grpSpPr>
        <a:xfrm>
          <a:off x="0" y="0"/>
          <a:ext cx="0" cy="0"/>
          <a:chOff x="0" y="0"/>
          <a:chExt cx="0" cy="0"/>
        </a:xfrm>
      </p:grpSpPr>
      <p:sp>
        <p:nvSpPr>
          <p:cNvPr id="521" name="Google Shape;521;g20f41e19245_0_19:notes">
            <a:extLst>
              <a:ext uri="{FF2B5EF4-FFF2-40B4-BE49-F238E27FC236}">
                <a16:creationId xmlns:a16="http://schemas.microsoft.com/office/drawing/2014/main" id="{5552B3A9-CF5F-0384-C5D5-ABB68F89E6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0f41e19245_0_19:notes">
            <a:extLst>
              <a:ext uri="{FF2B5EF4-FFF2-40B4-BE49-F238E27FC236}">
                <a16:creationId xmlns:a16="http://schemas.microsoft.com/office/drawing/2014/main" id="{7E27EDEB-D310-7A35-CC2F-5767673638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9797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B677AE5C-CA01-F7F6-802D-2706073D1AEA}"/>
            </a:ext>
          </a:extLst>
        </p:cNvPr>
        <p:cNvGrpSpPr/>
        <p:nvPr/>
      </p:nvGrpSpPr>
      <p:grpSpPr>
        <a:xfrm>
          <a:off x="0" y="0"/>
          <a:ext cx="0" cy="0"/>
          <a:chOff x="0" y="0"/>
          <a:chExt cx="0" cy="0"/>
        </a:xfrm>
      </p:grpSpPr>
      <p:sp>
        <p:nvSpPr>
          <p:cNvPr id="521" name="Google Shape;521;g20f41e19245_0_19:notes">
            <a:extLst>
              <a:ext uri="{FF2B5EF4-FFF2-40B4-BE49-F238E27FC236}">
                <a16:creationId xmlns:a16="http://schemas.microsoft.com/office/drawing/2014/main" id="{9F60BF74-9F05-5F3F-9FE2-CB351FCF17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0f41e19245_0_19:notes">
            <a:extLst>
              <a:ext uri="{FF2B5EF4-FFF2-40B4-BE49-F238E27FC236}">
                <a16:creationId xmlns:a16="http://schemas.microsoft.com/office/drawing/2014/main" id="{855C5B5C-5323-A8C4-5E03-52677B5CB4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42117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356BA798-1B9A-A748-CCC0-B66017F0A714}"/>
            </a:ext>
          </a:extLst>
        </p:cNvPr>
        <p:cNvGrpSpPr/>
        <p:nvPr/>
      </p:nvGrpSpPr>
      <p:grpSpPr>
        <a:xfrm>
          <a:off x="0" y="0"/>
          <a:ext cx="0" cy="0"/>
          <a:chOff x="0" y="0"/>
          <a:chExt cx="0" cy="0"/>
        </a:xfrm>
      </p:grpSpPr>
      <p:sp>
        <p:nvSpPr>
          <p:cNvPr id="521" name="Google Shape;521;g20f41e19245_0_19:notes">
            <a:extLst>
              <a:ext uri="{FF2B5EF4-FFF2-40B4-BE49-F238E27FC236}">
                <a16:creationId xmlns:a16="http://schemas.microsoft.com/office/drawing/2014/main" id="{310798AA-26A2-4460-1B36-7F77F31E96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0f41e19245_0_19:notes">
            <a:extLst>
              <a:ext uri="{FF2B5EF4-FFF2-40B4-BE49-F238E27FC236}">
                <a16:creationId xmlns:a16="http://schemas.microsoft.com/office/drawing/2014/main" id="{4E749778-B078-0E30-1FED-0A13A26050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37386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B19EE6B9-B5C6-62E5-64D6-9F65F18483B4}"/>
            </a:ext>
          </a:extLst>
        </p:cNvPr>
        <p:cNvGrpSpPr/>
        <p:nvPr/>
      </p:nvGrpSpPr>
      <p:grpSpPr>
        <a:xfrm>
          <a:off x="0" y="0"/>
          <a:ext cx="0" cy="0"/>
          <a:chOff x="0" y="0"/>
          <a:chExt cx="0" cy="0"/>
        </a:xfrm>
      </p:grpSpPr>
      <p:sp>
        <p:nvSpPr>
          <p:cNvPr id="521" name="Google Shape;521;g20f41e19245_0_19:notes">
            <a:extLst>
              <a:ext uri="{FF2B5EF4-FFF2-40B4-BE49-F238E27FC236}">
                <a16:creationId xmlns:a16="http://schemas.microsoft.com/office/drawing/2014/main" id="{F44487D7-B9E0-86B8-8E73-D30CCB954C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0f41e19245_0_19:notes">
            <a:extLst>
              <a:ext uri="{FF2B5EF4-FFF2-40B4-BE49-F238E27FC236}">
                <a16:creationId xmlns:a16="http://schemas.microsoft.com/office/drawing/2014/main" id="{22EFC17D-5B18-5C47-823F-570582ED8F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85150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F7F11CFF-36B5-F5B5-D4EC-830C281B5A78}"/>
            </a:ext>
          </a:extLst>
        </p:cNvPr>
        <p:cNvGrpSpPr/>
        <p:nvPr/>
      </p:nvGrpSpPr>
      <p:grpSpPr>
        <a:xfrm>
          <a:off x="0" y="0"/>
          <a:ext cx="0" cy="0"/>
          <a:chOff x="0" y="0"/>
          <a:chExt cx="0" cy="0"/>
        </a:xfrm>
      </p:grpSpPr>
      <p:sp>
        <p:nvSpPr>
          <p:cNvPr id="521" name="Google Shape;521;g20f41e19245_0_19:notes">
            <a:extLst>
              <a:ext uri="{FF2B5EF4-FFF2-40B4-BE49-F238E27FC236}">
                <a16:creationId xmlns:a16="http://schemas.microsoft.com/office/drawing/2014/main" id="{D11CF8B8-FB15-3643-79F1-91C9682D8A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0f41e19245_0_19:notes">
            <a:extLst>
              <a:ext uri="{FF2B5EF4-FFF2-40B4-BE49-F238E27FC236}">
                <a16:creationId xmlns:a16="http://schemas.microsoft.com/office/drawing/2014/main" id="{17449952-D4AE-11FA-4F5A-CFB6FEB4EE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69881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a:extLst>
            <a:ext uri="{FF2B5EF4-FFF2-40B4-BE49-F238E27FC236}">
              <a16:creationId xmlns:a16="http://schemas.microsoft.com/office/drawing/2014/main" id="{21FAA5E6-D2C9-7065-AEE7-6DC394BBBDFD}"/>
            </a:ext>
          </a:extLst>
        </p:cNvPr>
        <p:cNvGrpSpPr/>
        <p:nvPr/>
      </p:nvGrpSpPr>
      <p:grpSpPr>
        <a:xfrm>
          <a:off x="0" y="0"/>
          <a:ext cx="0" cy="0"/>
          <a:chOff x="0" y="0"/>
          <a:chExt cx="0" cy="0"/>
        </a:xfrm>
      </p:grpSpPr>
      <p:sp>
        <p:nvSpPr>
          <p:cNvPr id="463" name="Google Shape;463;g20f41e19245_0_0:notes">
            <a:extLst>
              <a:ext uri="{FF2B5EF4-FFF2-40B4-BE49-F238E27FC236}">
                <a16:creationId xmlns:a16="http://schemas.microsoft.com/office/drawing/2014/main" id="{F7B7280E-E912-2FAB-2F40-8FA42ADAE5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20f41e19245_0_0:notes">
            <a:extLst>
              <a:ext uri="{FF2B5EF4-FFF2-40B4-BE49-F238E27FC236}">
                <a16:creationId xmlns:a16="http://schemas.microsoft.com/office/drawing/2014/main" id="{43FC1185-FB8C-F96A-D803-F1CF53AA30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38036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51B391E5-C34A-5B90-AF18-985B1B3BFA9D}"/>
            </a:ext>
          </a:extLst>
        </p:cNvPr>
        <p:cNvGrpSpPr/>
        <p:nvPr/>
      </p:nvGrpSpPr>
      <p:grpSpPr>
        <a:xfrm>
          <a:off x="0" y="0"/>
          <a:ext cx="0" cy="0"/>
          <a:chOff x="0" y="0"/>
          <a:chExt cx="0" cy="0"/>
        </a:xfrm>
      </p:grpSpPr>
      <p:sp>
        <p:nvSpPr>
          <p:cNvPr id="521" name="Google Shape;521;g20f41e19245_0_19:notes">
            <a:extLst>
              <a:ext uri="{FF2B5EF4-FFF2-40B4-BE49-F238E27FC236}">
                <a16:creationId xmlns:a16="http://schemas.microsoft.com/office/drawing/2014/main" id="{B977763D-3C26-9A80-4AC1-93D9C7B625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0f41e19245_0_19:notes">
            <a:extLst>
              <a:ext uri="{FF2B5EF4-FFF2-40B4-BE49-F238E27FC236}">
                <a16:creationId xmlns:a16="http://schemas.microsoft.com/office/drawing/2014/main" id="{038B371E-433C-9618-DB90-F8DB01C8EA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30517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8E3AA792-D701-5B7C-56B0-0701386B10A8}"/>
            </a:ext>
          </a:extLst>
        </p:cNvPr>
        <p:cNvGrpSpPr/>
        <p:nvPr/>
      </p:nvGrpSpPr>
      <p:grpSpPr>
        <a:xfrm>
          <a:off x="0" y="0"/>
          <a:ext cx="0" cy="0"/>
          <a:chOff x="0" y="0"/>
          <a:chExt cx="0" cy="0"/>
        </a:xfrm>
      </p:grpSpPr>
      <p:sp>
        <p:nvSpPr>
          <p:cNvPr id="521" name="Google Shape;521;g20f41e19245_0_19:notes">
            <a:extLst>
              <a:ext uri="{FF2B5EF4-FFF2-40B4-BE49-F238E27FC236}">
                <a16:creationId xmlns:a16="http://schemas.microsoft.com/office/drawing/2014/main" id="{1E0C29CA-1C91-0799-B82D-13C5586202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0f41e19245_0_19:notes">
            <a:extLst>
              <a:ext uri="{FF2B5EF4-FFF2-40B4-BE49-F238E27FC236}">
                <a16:creationId xmlns:a16="http://schemas.microsoft.com/office/drawing/2014/main" id="{A71D3961-A22E-620E-383C-05E84B66F6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13725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F62F3880-ABE1-612F-1A0A-C2D63543458F}"/>
            </a:ext>
          </a:extLst>
        </p:cNvPr>
        <p:cNvGrpSpPr/>
        <p:nvPr/>
      </p:nvGrpSpPr>
      <p:grpSpPr>
        <a:xfrm>
          <a:off x="0" y="0"/>
          <a:ext cx="0" cy="0"/>
          <a:chOff x="0" y="0"/>
          <a:chExt cx="0" cy="0"/>
        </a:xfrm>
      </p:grpSpPr>
      <p:sp>
        <p:nvSpPr>
          <p:cNvPr id="521" name="Google Shape;521;g20f41e19245_0_19:notes">
            <a:extLst>
              <a:ext uri="{FF2B5EF4-FFF2-40B4-BE49-F238E27FC236}">
                <a16:creationId xmlns:a16="http://schemas.microsoft.com/office/drawing/2014/main" id="{2FE13E5B-F1C9-D673-9435-9A1229844A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0f41e19245_0_19:notes">
            <a:extLst>
              <a:ext uri="{FF2B5EF4-FFF2-40B4-BE49-F238E27FC236}">
                <a16:creationId xmlns:a16="http://schemas.microsoft.com/office/drawing/2014/main" id="{8F417A0B-D3F8-144D-4018-F7AADADBF5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89319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CD2CAA10-7D8A-D18C-C5DC-A44CEB6F009F}"/>
            </a:ext>
          </a:extLst>
        </p:cNvPr>
        <p:cNvGrpSpPr/>
        <p:nvPr/>
      </p:nvGrpSpPr>
      <p:grpSpPr>
        <a:xfrm>
          <a:off x="0" y="0"/>
          <a:ext cx="0" cy="0"/>
          <a:chOff x="0" y="0"/>
          <a:chExt cx="0" cy="0"/>
        </a:xfrm>
      </p:grpSpPr>
      <p:sp>
        <p:nvSpPr>
          <p:cNvPr id="521" name="Google Shape;521;g20f41e19245_0_19:notes">
            <a:extLst>
              <a:ext uri="{FF2B5EF4-FFF2-40B4-BE49-F238E27FC236}">
                <a16:creationId xmlns:a16="http://schemas.microsoft.com/office/drawing/2014/main" id="{4A8EA295-EE73-4DB5-1329-1FF869AE7F0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0f41e19245_0_19:notes">
            <a:extLst>
              <a:ext uri="{FF2B5EF4-FFF2-40B4-BE49-F238E27FC236}">
                <a16:creationId xmlns:a16="http://schemas.microsoft.com/office/drawing/2014/main" id="{49A0A36E-0389-5736-6E2A-8C6566AD54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60730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a:extLst>
            <a:ext uri="{FF2B5EF4-FFF2-40B4-BE49-F238E27FC236}">
              <a16:creationId xmlns:a16="http://schemas.microsoft.com/office/drawing/2014/main" id="{7F6F9034-DE90-802B-4E64-8B149C5A2C8F}"/>
            </a:ext>
          </a:extLst>
        </p:cNvPr>
        <p:cNvGrpSpPr/>
        <p:nvPr/>
      </p:nvGrpSpPr>
      <p:grpSpPr>
        <a:xfrm>
          <a:off x="0" y="0"/>
          <a:ext cx="0" cy="0"/>
          <a:chOff x="0" y="0"/>
          <a:chExt cx="0" cy="0"/>
        </a:xfrm>
      </p:grpSpPr>
      <p:sp>
        <p:nvSpPr>
          <p:cNvPr id="463" name="Google Shape;463;g20f41e19245_0_0:notes">
            <a:extLst>
              <a:ext uri="{FF2B5EF4-FFF2-40B4-BE49-F238E27FC236}">
                <a16:creationId xmlns:a16="http://schemas.microsoft.com/office/drawing/2014/main" id="{A441A012-6B2C-A57B-446A-0B81BE844D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20f41e19245_0_0:notes">
            <a:extLst>
              <a:ext uri="{FF2B5EF4-FFF2-40B4-BE49-F238E27FC236}">
                <a16:creationId xmlns:a16="http://schemas.microsoft.com/office/drawing/2014/main" id="{4A1147F4-42F5-EB62-EA0F-B84B82E771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296742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D5BEEE06-74C8-5B1E-1602-A17104794C3B}"/>
            </a:ext>
          </a:extLst>
        </p:cNvPr>
        <p:cNvGrpSpPr/>
        <p:nvPr/>
      </p:nvGrpSpPr>
      <p:grpSpPr>
        <a:xfrm>
          <a:off x="0" y="0"/>
          <a:ext cx="0" cy="0"/>
          <a:chOff x="0" y="0"/>
          <a:chExt cx="0" cy="0"/>
        </a:xfrm>
      </p:grpSpPr>
      <p:sp>
        <p:nvSpPr>
          <p:cNvPr id="521" name="Google Shape;521;g20f41e19245_0_19:notes">
            <a:extLst>
              <a:ext uri="{FF2B5EF4-FFF2-40B4-BE49-F238E27FC236}">
                <a16:creationId xmlns:a16="http://schemas.microsoft.com/office/drawing/2014/main" id="{3567AEFE-6EA7-856C-D6FA-FF05070A01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0f41e19245_0_19:notes">
            <a:extLst>
              <a:ext uri="{FF2B5EF4-FFF2-40B4-BE49-F238E27FC236}">
                <a16:creationId xmlns:a16="http://schemas.microsoft.com/office/drawing/2014/main" id="{C45945DF-D430-8510-43B9-EEB57246AB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17560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157700" y="1061225"/>
            <a:ext cx="4260000" cy="17505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4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4157700" y="2997200"/>
            <a:ext cx="4260000" cy="365700"/>
          </a:xfrm>
          <a:prstGeom prst="rect">
            <a:avLst/>
          </a:prstGeom>
          <a:solidFill>
            <a:schemeClr val="lt2"/>
          </a:solidFill>
        </p:spPr>
        <p:txBody>
          <a:bodyPr spcFirstLastPara="1" wrap="square" lIns="91425" tIns="91425" rIns="91425" bIns="91425" anchor="ctr" anchorCtr="0">
            <a:noAutofit/>
          </a:bodyPr>
          <a:lstStyle>
            <a:lvl1pPr lvl="0">
              <a:lnSpc>
                <a:spcPct val="115000"/>
              </a:lnSpc>
              <a:spcBef>
                <a:spcPts val="0"/>
              </a:spcBef>
              <a:spcAft>
                <a:spcPts val="0"/>
              </a:spcAft>
              <a:buSzPts val="1400"/>
              <a:buNone/>
              <a:defRPr sz="1600">
                <a:solidFill>
                  <a:schemeClr val="accent5"/>
                </a:solidFill>
              </a:defRPr>
            </a:lvl1pPr>
            <a:lvl2pPr lvl="1">
              <a:lnSpc>
                <a:spcPct val="115000"/>
              </a:lnSpc>
              <a:spcBef>
                <a:spcPts val="0"/>
              </a:spcBef>
              <a:spcAft>
                <a:spcPts val="0"/>
              </a:spcAft>
              <a:buSzPts val="1800"/>
              <a:buNone/>
              <a:defRPr sz="1800"/>
            </a:lvl2pPr>
            <a:lvl3pPr lvl="2">
              <a:lnSpc>
                <a:spcPct val="115000"/>
              </a:lnSpc>
              <a:spcBef>
                <a:spcPts val="0"/>
              </a:spcBef>
              <a:spcAft>
                <a:spcPts val="0"/>
              </a:spcAft>
              <a:buSzPts val="1800"/>
              <a:buNone/>
              <a:defRPr sz="1800"/>
            </a:lvl3pPr>
            <a:lvl4pPr lvl="3">
              <a:lnSpc>
                <a:spcPct val="115000"/>
              </a:lnSpc>
              <a:spcBef>
                <a:spcPts val="0"/>
              </a:spcBef>
              <a:spcAft>
                <a:spcPts val="0"/>
              </a:spcAft>
              <a:buSzPts val="1800"/>
              <a:buNone/>
              <a:defRPr sz="1800"/>
            </a:lvl4pPr>
            <a:lvl5pPr lvl="4">
              <a:lnSpc>
                <a:spcPct val="115000"/>
              </a:lnSpc>
              <a:spcBef>
                <a:spcPts val="0"/>
              </a:spcBef>
              <a:spcAft>
                <a:spcPts val="0"/>
              </a:spcAft>
              <a:buSzPts val="1800"/>
              <a:buNone/>
              <a:defRPr sz="1800"/>
            </a:lvl5pPr>
            <a:lvl6pPr lvl="5">
              <a:lnSpc>
                <a:spcPct val="115000"/>
              </a:lnSpc>
              <a:spcBef>
                <a:spcPts val="0"/>
              </a:spcBef>
              <a:spcAft>
                <a:spcPts val="0"/>
              </a:spcAft>
              <a:buSzPts val="1800"/>
              <a:buNone/>
              <a:defRPr sz="1800"/>
            </a:lvl6pPr>
            <a:lvl7pPr lvl="6">
              <a:lnSpc>
                <a:spcPct val="115000"/>
              </a:lnSpc>
              <a:spcBef>
                <a:spcPts val="0"/>
              </a:spcBef>
              <a:spcAft>
                <a:spcPts val="0"/>
              </a:spcAft>
              <a:buSzPts val="1800"/>
              <a:buNone/>
              <a:defRPr sz="1800"/>
            </a:lvl7pPr>
            <a:lvl8pPr lvl="7">
              <a:lnSpc>
                <a:spcPct val="115000"/>
              </a:lnSpc>
              <a:spcBef>
                <a:spcPts val="0"/>
              </a:spcBef>
              <a:spcAft>
                <a:spcPts val="0"/>
              </a:spcAft>
              <a:buSzPts val="1800"/>
              <a:buNone/>
              <a:defRPr sz="1800"/>
            </a:lvl8pPr>
            <a:lvl9pPr lvl="8">
              <a:lnSpc>
                <a:spcPct val="115000"/>
              </a:lnSpc>
              <a:spcBef>
                <a:spcPts val="0"/>
              </a:spcBef>
              <a:spcAft>
                <a:spcPts val="0"/>
              </a:spcAft>
              <a:buSzPts val="1800"/>
              <a:buNone/>
              <a:defRPr sz="1800"/>
            </a:lvl9pPr>
          </a:lstStyle>
          <a:p>
            <a:endParaRPr/>
          </a:p>
        </p:txBody>
      </p:sp>
      <p:grpSp>
        <p:nvGrpSpPr>
          <p:cNvPr id="11" name="Google Shape;11;p2"/>
          <p:cNvGrpSpPr/>
          <p:nvPr/>
        </p:nvGrpSpPr>
        <p:grpSpPr>
          <a:xfrm>
            <a:off x="-709225" y="2020450"/>
            <a:ext cx="10403925" cy="4250875"/>
            <a:chOff x="-709225" y="2020450"/>
            <a:chExt cx="10403925" cy="4250875"/>
          </a:xfrm>
        </p:grpSpPr>
        <p:grpSp>
          <p:nvGrpSpPr>
            <p:cNvPr id="12" name="Google Shape;12;p2"/>
            <p:cNvGrpSpPr/>
            <p:nvPr/>
          </p:nvGrpSpPr>
          <p:grpSpPr>
            <a:xfrm>
              <a:off x="176175" y="2459300"/>
              <a:ext cx="418425" cy="3812025"/>
              <a:chOff x="176175" y="2459300"/>
              <a:chExt cx="418425" cy="3812025"/>
            </a:xfrm>
          </p:grpSpPr>
          <p:cxnSp>
            <p:nvCxnSpPr>
              <p:cNvPr id="13" name="Google Shape;13;p2"/>
              <p:cNvCxnSpPr/>
              <p:nvPr/>
            </p:nvCxnSpPr>
            <p:spPr>
              <a:xfrm rot="5400000" flipH="1">
                <a:off x="-1093800" y="3815900"/>
                <a:ext cx="3045000" cy="3318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4" name="Google Shape;14;p2"/>
              <p:cNvCxnSpPr/>
              <p:nvPr/>
            </p:nvCxnSpPr>
            <p:spPr>
              <a:xfrm rot="5400000" flipH="1">
                <a:off x="-1327875" y="4449875"/>
                <a:ext cx="3325500" cy="317400"/>
              </a:xfrm>
              <a:prstGeom prst="bentConnector3">
                <a:avLst>
                  <a:gd name="adj1" fmla="val 64575"/>
                </a:avLst>
              </a:prstGeom>
              <a:noFill/>
              <a:ln w="19050" cap="flat" cmpd="sng">
                <a:solidFill>
                  <a:schemeClr val="lt2"/>
                </a:solidFill>
                <a:prstDash val="solid"/>
                <a:round/>
                <a:headEnd type="none" w="med" len="med"/>
                <a:tailEnd type="oval" w="med" len="med"/>
              </a:ln>
            </p:spPr>
          </p:cxnSp>
        </p:grpSp>
        <p:grpSp>
          <p:nvGrpSpPr>
            <p:cNvPr id="15" name="Google Shape;15;p2"/>
            <p:cNvGrpSpPr/>
            <p:nvPr/>
          </p:nvGrpSpPr>
          <p:grpSpPr>
            <a:xfrm>
              <a:off x="-709225" y="4185350"/>
              <a:ext cx="7895400" cy="1976375"/>
              <a:chOff x="-709225" y="4185350"/>
              <a:chExt cx="7895400" cy="1976375"/>
            </a:xfrm>
          </p:grpSpPr>
          <p:cxnSp>
            <p:nvCxnSpPr>
              <p:cNvPr id="16" name="Google Shape;16;p2"/>
              <p:cNvCxnSpPr/>
              <p:nvPr/>
            </p:nvCxnSpPr>
            <p:spPr>
              <a:xfrm rot="10800000" flipH="1">
                <a:off x="-709225" y="4185350"/>
                <a:ext cx="7895400" cy="1147500"/>
              </a:xfrm>
              <a:prstGeom prst="bentConnector3">
                <a:avLst>
                  <a:gd name="adj1" fmla="val 71221"/>
                </a:avLst>
              </a:prstGeom>
              <a:noFill/>
              <a:ln w="19050" cap="flat" cmpd="sng">
                <a:solidFill>
                  <a:schemeClr val="lt2"/>
                </a:solidFill>
                <a:prstDash val="solid"/>
                <a:round/>
                <a:headEnd type="none" w="med" len="med"/>
                <a:tailEnd type="oval" w="med" len="med"/>
              </a:ln>
            </p:spPr>
          </p:cxnSp>
          <p:cxnSp>
            <p:nvCxnSpPr>
              <p:cNvPr id="17" name="Google Shape;17;p2"/>
              <p:cNvCxnSpPr/>
              <p:nvPr/>
            </p:nvCxnSpPr>
            <p:spPr>
              <a:xfrm rot="10800000" flipH="1">
                <a:off x="2953025" y="4367125"/>
                <a:ext cx="3567000" cy="17946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nvGrpSpPr>
            <p:cNvPr id="18" name="Google Shape;18;p2"/>
            <p:cNvGrpSpPr/>
            <p:nvPr/>
          </p:nvGrpSpPr>
          <p:grpSpPr>
            <a:xfrm>
              <a:off x="8417700" y="2020450"/>
              <a:ext cx="1277000" cy="2568900"/>
              <a:chOff x="8417700" y="2020450"/>
              <a:chExt cx="1277000" cy="2568900"/>
            </a:xfrm>
          </p:grpSpPr>
          <p:cxnSp>
            <p:nvCxnSpPr>
              <p:cNvPr id="19" name="Google Shape;19;p2"/>
              <p:cNvCxnSpPr/>
              <p:nvPr/>
            </p:nvCxnSpPr>
            <p:spPr>
              <a:xfrm rot="5400000">
                <a:off x="7933150" y="2965750"/>
                <a:ext cx="2568900" cy="678300"/>
              </a:xfrm>
              <a:prstGeom prst="bentConnector3">
                <a:avLst>
                  <a:gd name="adj1" fmla="val 4494"/>
                </a:avLst>
              </a:prstGeom>
              <a:noFill/>
              <a:ln w="19050" cap="flat" cmpd="sng">
                <a:solidFill>
                  <a:schemeClr val="lt2"/>
                </a:solidFill>
                <a:prstDash val="solid"/>
                <a:round/>
                <a:headEnd type="none" w="med" len="med"/>
                <a:tailEnd type="oval" w="med" len="med"/>
              </a:ln>
            </p:spPr>
          </p:cxnSp>
          <p:cxnSp>
            <p:nvCxnSpPr>
              <p:cNvPr id="20" name="Google Shape;20;p2"/>
              <p:cNvCxnSpPr/>
              <p:nvPr/>
            </p:nvCxnSpPr>
            <p:spPr>
              <a:xfrm>
                <a:off x="8417700" y="3180050"/>
                <a:ext cx="359700" cy="1051800"/>
              </a:xfrm>
              <a:prstGeom prst="bentConnector2">
                <a:avLst/>
              </a:prstGeom>
              <a:noFill/>
              <a:ln w="19050" cap="flat" cmpd="sng">
                <a:solidFill>
                  <a:schemeClr val="lt2"/>
                </a:solidFill>
                <a:prstDash val="solid"/>
                <a:round/>
                <a:headEnd type="none" w="med" len="med"/>
                <a:tailEnd type="oval" w="med" len="med"/>
              </a:ln>
            </p:spPr>
          </p:cxnSp>
          <p:cxnSp>
            <p:nvCxnSpPr>
              <p:cNvPr id="21" name="Google Shape;21;p2"/>
              <p:cNvCxnSpPr/>
              <p:nvPr/>
            </p:nvCxnSpPr>
            <p:spPr>
              <a:xfrm rot="5400000">
                <a:off x="8288750" y="2779400"/>
                <a:ext cx="2082300" cy="7296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grpSp>
        <p:nvGrpSpPr>
          <p:cNvPr id="22" name="Google Shape;22;p2"/>
          <p:cNvGrpSpPr/>
          <p:nvPr/>
        </p:nvGrpSpPr>
        <p:grpSpPr>
          <a:xfrm>
            <a:off x="84278" y="2240873"/>
            <a:ext cx="8837445" cy="2718104"/>
            <a:chOff x="84278" y="2240873"/>
            <a:chExt cx="8837445" cy="2718104"/>
          </a:xfrm>
        </p:grpSpPr>
        <p:sp>
          <p:nvSpPr>
            <p:cNvPr id="23" name="Google Shape;23;p2"/>
            <p:cNvSpPr/>
            <p:nvPr/>
          </p:nvSpPr>
          <p:spPr>
            <a:xfrm>
              <a:off x="84278" y="2240873"/>
              <a:ext cx="144320" cy="144304"/>
            </a:xfrm>
            <a:custGeom>
              <a:avLst/>
              <a:gdLst/>
              <a:ahLst/>
              <a:cxnLst/>
              <a:rect l="l" t="t" r="r" b="b"/>
              <a:pathLst>
                <a:path w="3298" h="3298" extrusionOk="0">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777403" y="4814673"/>
              <a:ext cx="144320" cy="144304"/>
            </a:xfrm>
            <a:custGeom>
              <a:avLst/>
              <a:gdLst/>
              <a:ahLst/>
              <a:cxnLst/>
              <a:rect l="l" t="t" r="r" b="b"/>
              <a:pathLst>
                <a:path w="3298" h="3298" extrusionOk="0">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3"/>
          <p:cNvSpPr txBox="1">
            <a:spLocks noGrp="1"/>
          </p:cNvSpPr>
          <p:nvPr>
            <p:ph type="title"/>
          </p:nvPr>
        </p:nvSpPr>
        <p:spPr>
          <a:xfrm>
            <a:off x="720000" y="2303250"/>
            <a:ext cx="4044900" cy="841800"/>
          </a:xfrm>
          <a:prstGeom prst="rect">
            <a:avLst/>
          </a:prstGeom>
        </p:spPr>
        <p:txBody>
          <a:bodyPr spcFirstLastPara="1" wrap="square" lIns="91425" tIns="91425" rIns="91425" bIns="91425" anchor="b" anchorCtr="0">
            <a:noAutofit/>
          </a:bodyPr>
          <a:lstStyle>
            <a:lvl1pPr lvl="0" algn="r">
              <a:lnSpc>
                <a:spcPct val="115000"/>
              </a:lnSpc>
              <a:spcBef>
                <a:spcPts val="0"/>
              </a:spcBef>
              <a:spcAft>
                <a:spcPts val="0"/>
              </a:spcAft>
              <a:buSzPts val="3600"/>
              <a:buNone/>
              <a:defRPr sz="42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7" name="Google Shape;27;p3"/>
          <p:cNvSpPr txBox="1">
            <a:spLocks noGrp="1"/>
          </p:cNvSpPr>
          <p:nvPr>
            <p:ph type="title" idx="2" hasCustomPrompt="1"/>
          </p:nvPr>
        </p:nvSpPr>
        <p:spPr>
          <a:xfrm>
            <a:off x="3249975" y="1014475"/>
            <a:ext cx="1411800" cy="8997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accent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8" name="Google Shape;28;p3"/>
          <p:cNvSpPr txBox="1">
            <a:spLocks noGrp="1"/>
          </p:cNvSpPr>
          <p:nvPr>
            <p:ph type="subTitle" idx="1"/>
          </p:nvPr>
        </p:nvSpPr>
        <p:spPr>
          <a:xfrm>
            <a:off x="720000" y="3311500"/>
            <a:ext cx="4044900" cy="365700"/>
          </a:xfrm>
          <a:prstGeom prst="rect">
            <a:avLst/>
          </a:prstGeom>
          <a:solidFill>
            <a:schemeClr val="lt2"/>
          </a:solidFill>
        </p:spPr>
        <p:txBody>
          <a:bodyPr spcFirstLastPara="1" wrap="square" lIns="91425" tIns="91425" rIns="91425" bIns="91425" anchor="ctr" anchorCtr="0">
            <a:noAutofit/>
          </a:bodyPr>
          <a:lstStyle>
            <a:lvl1pPr lvl="0" algn="r" rtl="0">
              <a:lnSpc>
                <a:spcPct val="115000"/>
              </a:lnSpc>
              <a:spcBef>
                <a:spcPts val="0"/>
              </a:spcBef>
              <a:spcAft>
                <a:spcPts val="0"/>
              </a:spcAft>
              <a:buSzPts val="1400"/>
              <a:buNone/>
              <a:defRPr sz="1600">
                <a:solidFill>
                  <a:schemeClr val="accent5"/>
                </a:solidFill>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grpSp>
        <p:nvGrpSpPr>
          <p:cNvPr id="29" name="Google Shape;29;p3"/>
          <p:cNvGrpSpPr/>
          <p:nvPr/>
        </p:nvGrpSpPr>
        <p:grpSpPr>
          <a:xfrm>
            <a:off x="140000" y="188300"/>
            <a:ext cx="580000" cy="6094500"/>
            <a:chOff x="140000" y="188300"/>
            <a:chExt cx="580000" cy="6094500"/>
          </a:xfrm>
        </p:grpSpPr>
        <p:cxnSp>
          <p:nvCxnSpPr>
            <p:cNvPr id="30" name="Google Shape;30;p3"/>
            <p:cNvCxnSpPr/>
            <p:nvPr/>
          </p:nvCxnSpPr>
          <p:spPr>
            <a:xfrm rot="-5400000">
              <a:off x="-522000" y="4271050"/>
              <a:ext cx="2018700" cy="465300"/>
            </a:xfrm>
            <a:prstGeom prst="bentConnector2">
              <a:avLst/>
            </a:prstGeom>
            <a:noFill/>
            <a:ln w="19050" cap="flat" cmpd="sng">
              <a:solidFill>
                <a:schemeClr val="lt2"/>
              </a:solidFill>
              <a:prstDash val="solid"/>
              <a:round/>
              <a:headEnd type="none" w="med" len="med"/>
              <a:tailEnd type="oval" w="med" len="med"/>
            </a:ln>
          </p:spPr>
        </p:cxnSp>
        <p:cxnSp>
          <p:nvCxnSpPr>
            <p:cNvPr id="31" name="Google Shape;31;p3"/>
            <p:cNvCxnSpPr/>
            <p:nvPr/>
          </p:nvCxnSpPr>
          <p:spPr>
            <a:xfrm rot="-5400000">
              <a:off x="-2575525" y="3200000"/>
              <a:ext cx="6094500" cy="711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32" name="Google Shape;32;p3"/>
            <p:cNvCxnSpPr/>
            <p:nvPr/>
          </p:nvCxnSpPr>
          <p:spPr>
            <a:xfrm rot="-5400000">
              <a:off x="-1584400" y="3258800"/>
              <a:ext cx="3657300" cy="208500"/>
            </a:xfrm>
            <a:prstGeom prst="bentConnector3">
              <a:avLst>
                <a:gd name="adj1" fmla="val 50000"/>
              </a:avLst>
            </a:prstGeom>
            <a:noFill/>
            <a:ln w="19050" cap="flat" cmpd="sng">
              <a:solidFill>
                <a:schemeClr val="lt2"/>
              </a:solidFill>
              <a:prstDash val="solid"/>
              <a:round/>
              <a:headEnd type="none" w="med" len="med"/>
              <a:tailEnd type="oval" w="med" len="med"/>
            </a:ln>
          </p:spPr>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11"/>
        <p:cNvGrpSpPr/>
        <p:nvPr/>
      </p:nvGrpSpPr>
      <p:grpSpPr>
        <a:xfrm>
          <a:off x="0" y="0"/>
          <a:ext cx="0" cy="0"/>
          <a:chOff x="0" y="0"/>
          <a:chExt cx="0" cy="0"/>
        </a:xfrm>
      </p:grpSpPr>
      <p:sp>
        <p:nvSpPr>
          <p:cNvPr id="112" name="Google Shape;112;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13" name="Google Shape;113;p13"/>
          <p:cNvSpPr txBox="1">
            <a:spLocks noGrp="1"/>
          </p:cNvSpPr>
          <p:nvPr>
            <p:ph type="subTitle" idx="1"/>
          </p:nvPr>
        </p:nvSpPr>
        <p:spPr>
          <a:xfrm>
            <a:off x="2917223" y="1661100"/>
            <a:ext cx="4240500" cy="36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14" name="Google Shape;114;p13"/>
          <p:cNvSpPr txBox="1">
            <a:spLocks noGrp="1"/>
          </p:cNvSpPr>
          <p:nvPr>
            <p:ph type="subTitle" idx="2"/>
          </p:nvPr>
        </p:nvSpPr>
        <p:spPr>
          <a:xfrm>
            <a:off x="2917223" y="2479450"/>
            <a:ext cx="4240500" cy="36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15" name="Google Shape;115;p13"/>
          <p:cNvSpPr txBox="1">
            <a:spLocks noGrp="1"/>
          </p:cNvSpPr>
          <p:nvPr>
            <p:ph type="subTitle" idx="3"/>
          </p:nvPr>
        </p:nvSpPr>
        <p:spPr>
          <a:xfrm>
            <a:off x="2917223" y="3297775"/>
            <a:ext cx="4240500" cy="36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16" name="Google Shape;116;p13"/>
          <p:cNvSpPr txBox="1">
            <a:spLocks noGrp="1"/>
          </p:cNvSpPr>
          <p:nvPr>
            <p:ph type="subTitle" idx="4"/>
          </p:nvPr>
        </p:nvSpPr>
        <p:spPr>
          <a:xfrm>
            <a:off x="2917223" y="4116100"/>
            <a:ext cx="4240500" cy="36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17" name="Google Shape;117;p13"/>
          <p:cNvSpPr txBox="1">
            <a:spLocks noGrp="1"/>
          </p:cNvSpPr>
          <p:nvPr>
            <p:ph type="title" idx="5" hasCustomPrompt="1"/>
          </p:nvPr>
        </p:nvSpPr>
        <p:spPr>
          <a:xfrm>
            <a:off x="1986273" y="1401350"/>
            <a:ext cx="590400" cy="3636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2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8" name="Google Shape;118;p13"/>
          <p:cNvSpPr txBox="1">
            <a:spLocks noGrp="1"/>
          </p:cNvSpPr>
          <p:nvPr>
            <p:ph type="title" idx="6" hasCustomPrompt="1"/>
          </p:nvPr>
        </p:nvSpPr>
        <p:spPr>
          <a:xfrm>
            <a:off x="1986273" y="3037983"/>
            <a:ext cx="590400" cy="3636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2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9" name="Google Shape;119;p13"/>
          <p:cNvSpPr txBox="1">
            <a:spLocks noGrp="1"/>
          </p:cNvSpPr>
          <p:nvPr>
            <p:ph type="title" idx="7" hasCustomPrompt="1"/>
          </p:nvPr>
        </p:nvSpPr>
        <p:spPr>
          <a:xfrm>
            <a:off x="1986273" y="2219667"/>
            <a:ext cx="590400" cy="3636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2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0" name="Google Shape;120;p13"/>
          <p:cNvSpPr txBox="1">
            <a:spLocks noGrp="1"/>
          </p:cNvSpPr>
          <p:nvPr>
            <p:ph type="title" idx="8" hasCustomPrompt="1"/>
          </p:nvPr>
        </p:nvSpPr>
        <p:spPr>
          <a:xfrm>
            <a:off x="1986273" y="3856300"/>
            <a:ext cx="590400" cy="3636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2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1" name="Google Shape;121;p13"/>
          <p:cNvSpPr txBox="1">
            <a:spLocks noGrp="1"/>
          </p:cNvSpPr>
          <p:nvPr>
            <p:ph type="subTitle" idx="9"/>
          </p:nvPr>
        </p:nvSpPr>
        <p:spPr>
          <a:xfrm>
            <a:off x="2917223" y="1401350"/>
            <a:ext cx="4240500" cy="363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algn="ctr" rtl="0">
              <a:lnSpc>
                <a:spcPct val="115000"/>
              </a:lnSpc>
              <a:spcBef>
                <a:spcPts val="0"/>
              </a:spcBef>
              <a:spcAft>
                <a:spcPts val="0"/>
              </a:spcAft>
              <a:buSzPts val="2400"/>
              <a:buFont typeface="Sora"/>
              <a:buNone/>
              <a:defRPr sz="2400" b="1">
                <a:latin typeface="Sora"/>
                <a:ea typeface="Sora"/>
                <a:cs typeface="Sora"/>
                <a:sym typeface="Sora"/>
              </a:defRPr>
            </a:lvl2pPr>
            <a:lvl3pPr lvl="2" algn="ctr" rtl="0">
              <a:lnSpc>
                <a:spcPct val="115000"/>
              </a:lnSpc>
              <a:spcBef>
                <a:spcPts val="0"/>
              </a:spcBef>
              <a:spcAft>
                <a:spcPts val="0"/>
              </a:spcAft>
              <a:buSzPts val="2400"/>
              <a:buFont typeface="Sora"/>
              <a:buNone/>
              <a:defRPr sz="2400" b="1">
                <a:latin typeface="Sora"/>
                <a:ea typeface="Sora"/>
                <a:cs typeface="Sora"/>
                <a:sym typeface="Sora"/>
              </a:defRPr>
            </a:lvl3pPr>
            <a:lvl4pPr lvl="3" algn="ctr" rtl="0">
              <a:lnSpc>
                <a:spcPct val="115000"/>
              </a:lnSpc>
              <a:spcBef>
                <a:spcPts val="0"/>
              </a:spcBef>
              <a:spcAft>
                <a:spcPts val="0"/>
              </a:spcAft>
              <a:buSzPts val="2400"/>
              <a:buFont typeface="Sora"/>
              <a:buNone/>
              <a:defRPr sz="2400" b="1">
                <a:latin typeface="Sora"/>
                <a:ea typeface="Sora"/>
                <a:cs typeface="Sora"/>
                <a:sym typeface="Sora"/>
              </a:defRPr>
            </a:lvl4pPr>
            <a:lvl5pPr lvl="4" algn="ctr" rtl="0">
              <a:lnSpc>
                <a:spcPct val="115000"/>
              </a:lnSpc>
              <a:spcBef>
                <a:spcPts val="0"/>
              </a:spcBef>
              <a:spcAft>
                <a:spcPts val="0"/>
              </a:spcAft>
              <a:buSzPts val="2400"/>
              <a:buFont typeface="Sora"/>
              <a:buNone/>
              <a:defRPr sz="2400" b="1">
                <a:latin typeface="Sora"/>
                <a:ea typeface="Sora"/>
                <a:cs typeface="Sora"/>
                <a:sym typeface="Sora"/>
              </a:defRPr>
            </a:lvl5pPr>
            <a:lvl6pPr lvl="5" algn="ctr" rtl="0">
              <a:lnSpc>
                <a:spcPct val="115000"/>
              </a:lnSpc>
              <a:spcBef>
                <a:spcPts val="0"/>
              </a:spcBef>
              <a:spcAft>
                <a:spcPts val="0"/>
              </a:spcAft>
              <a:buSzPts val="2400"/>
              <a:buFont typeface="Sora"/>
              <a:buNone/>
              <a:defRPr sz="2400" b="1">
                <a:latin typeface="Sora"/>
                <a:ea typeface="Sora"/>
                <a:cs typeface="Sora"/>
                <a:sym typeface="Sora"/>
              </a:defRPr>
            </a:lvl6pPr>
            <a:lvl7pPr lvl="6" algn="ctr" rtl="0">
              <a:lnSpc>
                <a:spcPct val="115000"/>
              </a:lnSpc>
              <a:spcBef>
                <a:spcPts val="0"/>
              </a:spcBef>
              <a:spcAft>
                <a:spcPts val="0"/>
              </a:spcAft>
              <a:buSzPts val="2400"/>
              <a:buFont typeface="Sora"/>
              <a:buNone/>
              <a:defRPr sz="2400" b="1">
                <a:latin typeface="Sora"/>
                <a:ea typeface="Sora"/>
                <a:cs typeface="Sora"/>
                <a:sym typeface="Sora"/>
              </a:defRPr>
            </a:lvl7pPr>
            <a:lvl8pPr lvl="7" algn="ctr" rtl="0">
              <a:lnSpc>
                <a:spcPct val="115000"/>
              </a:lnSpc>
              <a:spcBef>
                <a:spcPts val="0"/>
              </a:spcBef>
              <a:spcAft>
                <a:spcPts val="0"/>
              </a:spcAft>
              <a:buSzPts val="2400"/>
              <a:buFont typeface="Sora"/>
              <a:buNone/>
              <a:defRPr sz="2400" b="1">
                <a:latin typeface="Sora"/>
                <a:ea typeface="Sora"/>
                <a:cs typeface="Sora"/>
                <a:sym typeface="Sora"/>
              </a:defRPr>
            </a:lvl8pPr>
            <a:lvl9pPr lvl="8" algn="ctr"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22" name="Google Shape;122;p13"/>
          <p:cNvSpPr txBox="1">
            <a:spLocks noGrp="1"/>
          </p:cNvSpPr>
          <p:nvPr>
            <p:ph type="subTitle" idx="13"/>
          </p:nvPr>
        </p:nvSpPr>
        <p:spPr>
          <a:xfrm>
            <a:off x="2917227" y="2219700"/>
            <a:ext cx="4240500" cy="363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algn="ctr" rtl="0">
              <a:lnSpc>
                <a:spcPct val="115000"/>
              </a:lnSpc>
              <a:spcBef>
                <a:spcPts val="0"/>
              </a:spcBef>
              <a:spcAft>
                <a:spcPts val="0"/>
              </a:spcAft>
              <a:buSzPts val="2400"/>
              <a:buFont typeface="Sora"/>
              <a:buNone/>
              <a:defRPr sz="2400" b="1">
                <a:latin typeface="Sora"/>
                <a:ea typeface="Sora"/>
                <a:cs typeface="Sora"/>
                <a:sym typeface="Sora"/>
              </a:defRPr>
            </a:lvl2pPr>
            <a:lvl3pPr lvl="2" algn="ctr" rtl="0">
              <a:lnSpc>
                <a:spcPct val="115000"/>
              </a:lnSpc>
              <a:spcBef>
                <a:spcPts val="0"/>
              </a:spcBef>
              <a:spcAft>
                <a:spcPts val="0"/>
              </a:spcAft>
              <a:buSzPts val="2400"/>
              <a:buFont typeface="Sora"/>
              <a:buNone/>
              <a:defRPr sz="2400" b="1">
                <a:latin typeface="Sora"/>
                <a:ea typeface="Sora"/>
                <a:cs typeface="Sora"/>
                <a:sym typeface="Sora"/>
              </a:defRPr>
            </a:lvl3pPr>
            <a:lvl4pPr lvl="3" algn="ctr" rtl="0">
              <a:lnSpc>
                <a:spcPct val="115000"/>
              </a:lnSpc>
              <a:spcBef>
                <a:spcPts val="0"/>
              </a:spcBef>
              <a:spcAft>
                <a:spcPts val="0"/>
              </a:spcAft>
              <a:buSzPts val="2400"/>
              <a:buFont typeface="Sora"/>
              <a:buNone/>
              <a:defRPr sz="2400" b="1">
                <a:latin typeface="Sora"/>
                <a:ea typeface="Sora"/>
                <a:cs typeface="Sora"/>
                <a:sym typeface="Sora"/>
              </a:defRPr>
            </a:lvl4pPr>
            <a:lvl5pPr lvl="4" algn="ctr" rtl="0">
              <a:lnSpc>
                <a:spcPct val="115000"/>
              </a:lnSpc>
              <a:spcBef>
                <a:spcPts val="0"/>
              </a:spcBef>
              <a:spcAft>
                <a:spcPts val="0"/>
              </a:spcAft>
              <a:buSzPts val="2400"/>
              <a:buFont typeface="Sora"/>
              <a:buNone/>
              <a:defRPr sz="2400" b="1">
                <a:latin typeface="Sora"/>
                <a:ea typeface="Sora"/>
                <a:cs typeface="Sora"/>
                <a:sym typeface="Sora"/>
              </a:defRPr>
            </a:lvl5pPr>
            <a:lvl6pPr lvl="5" algn="ctr" rtl="0">
              <a:lnSpc>
                <a:spcPct val="115000"/>
              </a:lnSpc>
              <a:spcBef>
                <a:spcPts val="0"/>
              </a:spcBef>
              <a:spcAft>
                <a:spcPts val="0"/>
              </a:spcAft>
              <a:buSzPts val="2400"/>
              <a:buFont typeface="Sora"/>
              <a:buNone/>
              <a:defRPr sz="2400" b="1">
                <a:latin typeface="Sora"/>
                <a:ea typeface="Sora"/>
                <a:cs typeface="Sora"/>
                <a:sym typeface="Sora"/>
              </a:defRPr>
            </a:lvl6pPr>
            <a:lvl7pPr lvl="6" algn="ctr" rtl="0">
              <a:lnSpc>
                <a:spcPct val="115000"/>
              </a:lnSpc>
              <a:spcBef>
                <a:spcPts val="0"/>
              </a:spcBef>
              <a:spcAft>
                <a:spcPts val="0"/>
              </a:spcAft>
              <a:buSzPts val="2400"/>
              <a:buFont typeface="Sora"/>
              <a:buNone/>
              <a:defRPr sz="2400" b="1">
                <a:latin typeface="Sora"/>
                <a:ea typeface="Sora"/>
                <a:cs typeface="Sora"/>
                <a:sym typeface="Sora"/>
              </a:defRPr>
            </a:lvl7pPr>
            <a:lvl8pPr lvl="7" algn="ctr" rtl="0">
              <a:lnSpc>
                <a:spcPct val="115000"/>
              </a:lnSpc>
              <a:spcBef>
                <a:spcPts val="0"/>
              </a:spcBef>
              <a:spcAft>
                <a:spcPts val="0"/>
              </a:spcAft>
              <a:buSzPts val="2400"/>
              <a:buFont typeface="Sora"/>
              <a:buNone/>
              <a:defRPr sz="2400" b="1">
                <a:latin typeface="Sora"/>
                <a:ea typeface="Sora"/>
                <a:cs typeface="Sora"/>
                <a:sym typeface="Sora"/>
              </a:defRPr>
            </a:lvl8pPr>
            <a:lvl9pPr lvl="8" algn="ctr"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23" name="Google Shape;123;p13"/>
          <p:cNvSpPr txBox="1">
            <a:spLocks noGrp="1"/>
          </p:cNvSpPr>
          <p:nvPr>
            <p:ph type="subTitle" idx="14"/>
          </p:nvPr>
        </p:nvSpPr>
        <p:spPr>
          <a:xfrm>
            <a:off x="2917223" y="3037976"/>
            <a:ext cx="4240500" cy="363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algn="ctr" rtl="0">
              <a:lnSpc>
                <a:spcPct val="115000"/>
              </a:lnSpc>
              <a:spcBef>
                <a:spcPts val="0"/>
              </a:spcBef>
              <a:spcAft>
                <a:spcPts val="0"/>
              </a:spcAft>
              <a:buSzPts val="2400"/>
              <a:buFont typeface="Sora"/>
              <a:buNone/>
              <a:defRPr sz="2400" b="1">
                <a:latin typeface="Sora"/>
                <a:ea typeface="Sora"/>
                <a:cs typeface="Sora"/>
                <a:sym typeface="Sora"/>
              </a:defRPr>
            </a:lvl2pPr>
            <a:lvl3pPr lvl="2" algn="ctr" rtl="0">
              <a:lnSpc>
                <a:spcPct val="115000"/>
              </a:lnSpc>
              <a:spcBef>
                <a:spcPts val="0"/>
              </a:spcBef>
              <a:spcAft>
                <a:spcPts val="0"/>
              </a:spcAft>
              <a:buSzPts val="2400"/>
              <a:buFont typeface="Sora"/>
              <a:buNone/>
              <a:defRPr sz="2400" b="1">
                <a:latin typeface="Sora"/>
                <a:ea typeface="Sora"/>
                <a:cs typeface="Sora"/>
                <a:sym typeface="Sora"/>
              </a:defRPr>
            </a:lvl3pPr>
            <a:lvl4pPr lvl="3" algn="ctr" rtl="0">
              <a:lnSpc>
                <a:spcPct val="115000"/>
              </a:lnSpc>
              <a:spcBef>
                <a:spcPts val="0"/>
              </a:spcBef>
              <a:spcAft>
                <a:spcPts val="0"/>
              </a:spcAft>
              <a:buSzPts val="2400"/>
              <a:buFont typeface="Sora"/>
              <a:buNone/>
              <a:defRPr sz="2400" b="1">
                <a:latin typeface="Sora"/>
                <a:ea typeface="Sora"/>
                <a:cs typeface="Sora"/>
                <a:sym typeface="Sora"/>
              </a:defRPr>
            </a:lvl4pPr>
            <a:lvl5pPr lvl="4" algn="ctr" rtl="0">
              <a:lnSpc>
                <a:spcPct val="115000"/>
              </a:lnSpc>
              <a:spcBef>
                <a:spcPts val="0"/>
              </a:spcBef>
              <a:spcAft>
                <a:spcPts val="0"/>
              </a:spcAft>
              <a:buSzPts val="2400"/>
              <a:buFont typeface="Sora"/>
              <a:buNone/>
              <a:defRPr sz="2400" b="1">
                <a:latin typeface="Sora"/>
                <a:ea typeface="Sora"/>
                <a:cs typeface="Sora"/>
                <a:sym typeface="Sora"/>
              </a:defRPr>
            </a:lvl5pPr>
            <a:lvl6pPr lvl="5" algn="ctr" rtl="0">
              <a:lnSpc>
                <a:spcPct val="115000"/>
              </a:lnSpc>
              <a:spcBef>
                <a:spcPts val="0"/>
              </a:spcBef>
              <a:spcAft>
                <a:spcPts val="0"/>
              </a:spcAft>
              <a:buSzPts val="2400"/>
              <a:buFont typeface="Sora"/>
              <a:buNone/>
              <a:defRPr sz="2400" b="1">
                <a:latin typeface="Sora"/>
                <a:ea typeface="Sora"/>
                <a:cs typeface="Sora"/>
                <a:sym typeface="Sora"/>
              </a:defRPr>
            </a:lvl6pPr>
            <a:lvl7pPr lvl="6" algn="ctr" rtl="0">
              <a:lnSpc>
                <a:spcPct val="115000"/>
              </a:lnSpc>
              <a:spcBef>
                <a:spcPts val="0"/>
              </a:spcBef>
              <a:spcAft>
                <a:spcPts val="0"/>
              </a:spcAft>
              <a:buSzPts val="2400"/>
              <a:buFont typeface="Sora"/>
              <a:buNone/>
              <a:defRPr sz="2400" b="1">
                <a:latin typeface="Sora"/>
                <a:ea typeface="Sora"/>
                <a:cs typeface="Sora"/>
                <a:sym typeface="Sora"/>
              </a:defRPr>
            </a:lvl7pPr>
            <a:lvl8pPr lvl="7" algn="ctr" rtl="0">
              <a:lnSpc>
                <a:spcPct val="115000"/>
              </a:lnSpc>
              <a:spcBef>
                <a:spcPts val="0"/>
              </a:spcBef>
              <a:spcAft>
                <a:spcPts val="0"/>
              </a:spcAft>
              <a:buSzPts val="2400"/>
              <a:buFont typeface="Sora"/>
              <a:buNone/>
              <a:defRPr sz="2400" b="1">
                <a:latin typeface="Sora"/>
                <a:ea typeface="Sora"/>
                <a:cs typeface="Sora"/>
                <a:sym typeface="Sora"/>
              </a:defRPr>
            </a:lvl8pPr>
            <a:lvl9pPr lvl="8" algn="ctr"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24" name="Google Shape;124;p13"/>
          <p:cNvSpPr txBox="1">
            <a:spLocks noGrp="1"/>
          </p:cNvSpPr>
          <p:nvPr>
            <p:ph type="subTitle" idx="15"/>
          </p:nvPr>
        </p:nvSpPr>
        <p:spPr>
          <a:xfrm>
            <a:off x="2917227" y="3856301"/>
            <a:ext cx="4240500" cy="363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algn="ctr" rtl="0">
              <a:lnSpc>
                <a:spcPct val="115000"/>
              </a:lnSpc>
              <a:spcBef>
                <a:spcPts val="0"/>
              </a:spcBef>
              <a:spcAft>
                <a:spcPts val="0"/>
              </a:spcAft>
              <a:buSzPts val="2400"/>
              <a:buFont typeface="Sora"/>
              <a:buNone/>
              <a:defRPr sz="2400" b="1">
                <a:latin typeface="Sora"/>
                <a:ea typeface="Sora"/>
                <a:cs typeface="Sora"/>
                <a:sym typeface="Sora"/>
              </a:defRPr>
            </a:lvl2pPr>
            <a:lvl3pPr lvl="2" algn="ctr" rtl="0">
              <a:lnSpc>
                <a:spcPct val="115000"/>
              </a:lnSpc>
              <a:spcBef>
                <a:spcPts val="0"/>
              </a:spcBef>
              <a:spcAft>
                <a:spcPts val="0"/>
              </a:spcAft>
              <a:buSzPts val="2400"/>
              <a:buFont typeface="Sora"/>
              <a:buNone/>
              <a:defRPr sz="2400" b="1">
                <a:latin typeface="Sora"/>
                <a:ea typeface="Sora"/>
                <a:cs typeface="Sora"/>
                <a:sym typeface="Sora"/>
              </a:defRPr>
            </a:lvl3pPr>
            <a:lvl4pPr lvl="3" algn="ctr" rtl="0">
              <a:lnSpc>
                <a:spcPct val="115000"/>
              </a:lnSpc>
              <a:spcBef>
                <a:spcPts val="0"/>
              </a:spcBef>
              <a:spcAft>
                <a:spcPts val="0"/>
              </a:spcAft>
              <a:buSzPts val="2400"/>
              <a:buFont typeface="Sora"/>
              <a:buNone/>
              <a:defRPr sz="2400" b="1">
                <a:latin typeface="Sora"/>
                <a:ea typeface="Sora"/>
                <a:cs typeface="Sora"/>
                <a:sym typeface="Sora"/>
              </a:defRPr>
            </a:lvl4pPr>
            <a:lvl5pPr lvl="4" algn="ctr" rtl="0">
              <a:lnSpc>
                <a:spcPct val="115000"/>
              </a:lnSpc>
              <a:spcBef>
                <a:spcPts val="0"/>
              </a:spcBef>
              <a:spcAft>
                <a:spcPts val="0"/>
              </a:spcAft>
              <a:buSzPts val="2400"/>
              <a:buFont typeface="Sora"/>
              <a:buNone/>
              <a:defRPr sz="2400" b="1">
                <a:latin typeface="Sora"/>
                <a:ea typeface="Sora"/>
                <a:cs typeface="Sora"/>
                <a:sym typeface="Sora"/>
              </a:defRPr>
            </a:lvl5pPr>
            <a:lvl6pPr lvl="5" algn="ctr" rtl="0">
              <a:lnSpc>
                <a:spcPct val="115000"/>
              </a:lnSpc>
              <a:spcBef>
                <a:spcPts val="0"/>
              </a:spcBef>
              <a:spcAft>
                <a:spcPts val="0"/>
              </a:spcAft>
              <a:buSzPts val="2400"/>
              <a:buFont typeface="Sora"/>
              <a:buNone/>
              <a:defRPr sz="2400" b="1">
                <a:latin typeface="Sora"/>
                <a:ea typeface="Sora"/>
                <a:cs typeface="Sora"/>
                <a:sym typeface="Sora"/>
              </a:defRPr>
            </a:lvl6pPr>
            <a:lvl7pPr lvl="6" algn="ctr" rtl="0">
              <a:lnSpc>
                <a:spcPct val="115000"/>
              </a:lnSpc>
              <a:spcBef>
                <a:spcPts val="0"/>
              </a:spcBef>
              <a:spcAft>
                <a:spcPts val="0"/>
              </a:spcAft>
              <a:buSzPts val="2400"/>
              <a:buFont typeface="Sora"/>
              <a:buNone/>
              <a:defRPr sz="2400" b="1">
                <a:latin typeface="Sora"/>
                <a:ea typeface="Sora"/>
                <a:cs typeface="Sora"/>
                <a:sym typeface="Sora"/>
              </a:defRPr>
            </a:lvl7pPr>
            <a:lvl8pPr lvl="7" algn="ctr" rtl="0">
              <a:lnSpc>
                <a:spcPct val="115000"/>
              </a:lnSpc>
              <a:spcBef>
                <a:spcPts val="0"/>
              </a:spcBef>
              <a:spcAft>
                <a:spcPts val="0"/>
              </a:spcAft>
              <a:buSzPts val="2400"/>
              <a:buFont typeface="Sora"/>
              <a:buNone/>
              <a:defRPr sz="2400" b="1">
                <a:latin typeface="Sora"/>
                <a:ea typeface="Sora"/>
                <a:cs typeface="Sora"/>
                <a:sym typeface="Sora"/>
              </a:defRPr>
            </a:lvl8pPr>
            <a:lvl9pPr lvl="8" algn="ctr"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125" name="Google Shape;125;p13"/>
          <p:cNvGrpSpPr/>
          <p:nvPr/>
        </p:nvGrpSpPr>
        <p:grpSpPr>
          <a:xfrm>
            <a:off x="8113600" y="227500"/>
            <a:ext cx="882599" cy="403555"/>
            <a:chOff x="7884075" y="238975"/>
            <a:chExt cx="882599" cy="403555"/>
          </a:xfrm>
        </p:grpSpPr>
        <p:sp>
          <p:nvSpPr>
            <p:cNvPr id="126" name="Google Shape;126;p13"/>
            <p:cNvSpPr/>
            <p:nvPr/>
          </p:nvSpPr>
          <p:spPr>
            <a:xfrm>
              <a:off x="8255437" y="436475"/>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3"/>
            <p:cNvSpPr/>
            <p:nvPr/>
          </p:nvSpPr>
          <p:spPr>
            <a:xfrm>
              <a:off x="7884075" y="238975"/>
              <a:ext cx="139874" cy="139874"/>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3"/>
            <p:cNvSpPr/>
            <p:nvPr/>
          </p:nvSpPr>
          <p:spPr>
            <a:xfrm>
              <a:off x="8626800" y="378850"/>
              <a:ext cx="139874" cy="139874"/>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 name="Google Shape;129;p13"/>
          <p:cNvGrpSpPr/>
          <p:nvPr/>
        </p:nvGrpSpPr>
        <p:grpSpPr>
          <a:xfrm>
            <a:off x="378100" y="-216500"/>
            <a:ext cx="8131200" cy="5239200"/>
            <a:chOff x="378100" y="-216500"/>
            <a:chExt cx="8131200" cy="5239200"/>
          </a:xfrm>
        </p:grpSpPr>
        <p:cxnSp>
          <p:nvCxnSpPr>
            <p:cNvPr id="130" name="Google Shape;130;p13"/>
            <p:cNvCxnSpPr/>
            <p:nvPr/>
          </p:nvCxnSpPr>
          <p:spPr>
            <a:xfrm>
              <a:off x="378100" y="-216500"/>
              <a:ext cx="7978800" cy="5086800"/>
            </a:xfrm>
            <a:prstGeom prst="bentConnector3">
              <a:avLst>
                <a:gd name="adj1" fmla="val -970"/>
              </a:avLst>
            </a:prstGeom>
            <a:noFill/>
            <a:ln w="19050" cap="flat" cmpd="sng">
              <a:solidFill>
                <a:schemeClr val="lt2"/>
              </a:solidFill>
              <a:prstDash val="solid"/>
              <a:round/>
              <a:headEnd type="none" w="med" len="med"/>
              <a:tailEnd type="oval" w="med" len="med"/>
            </a:ln>
          </p:spPr>
        </p:cxnSp>
        <p:cxnSp>
          <p:nvCxnSpPr>
            <p:cNvPr id="131" name="Google Shape;131;p13"/>
            <p:cNvCxnSpPr/>
            <p:nvPr/>
          </p:nvCxnSpPr>
          <p:spPr>
            <a:xfrm>
              <a:off x="530500" y="-64100"/>
              <a:ext cx="7978800" cy="5086800"/>
            </a:xfrm>
            <a:prstGeom prst="bentConnector3">
              <a:avLst>
                <a:gd name="adj1" fmla="val -970"/>
              </a:avLst>
            </a:prstGeom>
            <a:noFill/>
            <a:ln w="19050" cap="flat" cmpd="sng">
              <a:solidFill>
                <a:schemeClr val="lt2"/>
              </a:solidFill>
              <a:prstDash val="solid"/>
              <a:round/>
              <a:headEnd type="none" w="med" len="med"/>
              <a:tailEnd type="oval" w="med" len="med"/>
            </a:ln>
          </p:spPr>
        </p:cxn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160"/>
        <p:cNvGrpSpPr/>
        <p:nvPr/>
      </p:nvGrpSpPr>
      <p:grpSpPr>
        <a:xfrm>
          <a:off x="0" y="0"/>
          <a:ext cx="0" cy="0"/>
          <a:chOff x="0" y="0"/>
          <a:chExt cx="0" cy="0"/>
        </a:xfrm>
      </p:grpSpPr>
      <p:sp>
        <p:nvSpPr>
          <p:cNvPr id="161" name="Google Shape;161;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62" name="Google Shape;162;p17"/>
          <p:cNvSpPr txBox="1">
            <a:spLocks noGrp="1"/>
          </p:cNvSpPr>
          <p:nvPr>
            <p:ph type="subTitle" idx="1"/>
          </p:nvPr>
        </p:nvSpPr>
        <p:spPr>
          <a:xfrm>
            <a:off x="4827974" y="1602925"/>
            <a:ext cx="3318600" cy="19215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63" name="Google Shape;163;p17"/>
          <p:cNvSpPr txBox="1">
            <a:spLocks noGrp="1"/>
          </p:cNvSpPr>
          <p:nvPr>
            <p:ph type="subTitle" idx="2"/>
          </p:nvPr>
        </p:nvSpPr>
        <p:spPr>
          <a:xfrm>
            <a:off x="997425" y="1602925"/>
            <a:ext cx="3318600" cy="19215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grpSp>
        <p:nvGrpSpPr>
          <p:cNvPr id="164" name="Google Shape;164;p17"/>
          <p:cNvGrpSpPr/>
          <p:nvPr/>
        </p:nvGrpSpPr>
        <p:grpSpPr>
          <a:xfrm>
            <a:off x="-320650" y="-762725"/>
            <a:ext cx="9327075" cy="7125850"/>
            <a:chOff x="-320650" y="-762725"/>
            <a:chExt cx="9327075" cy="7125850"/>
          </a:xfrm>
        </p:grpSpPr>
        <p:cxnSp>
          <p:nvCxnSpPr>
            <p:cNvPr id="165" name="Google Shape;165;p17"/>
            <p:cNvCxnSpPr/>
            <p:nvPr/>
          </p:nvCxnSpPr>
          <p:spPr>
            <a:xfrm rot="-5400000" flipH="1">
              <a:off x="6857075" y="1775500"/>
              <a:ext cx="4097100" cy="1878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66" name="Google Shape;166;p17"/>
            <p:cNvCxnSpPr/>
            <p:nvPr/>
          </p:nvCxnSpPr>
          <p:spPr>
            <a:xfrm rot="10800000" flipH="1">
              <a:off x="667900" y="4271400"/>
              <a:ext cx="2765700" cy="9639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67" name="Google Shape;167;p17"/>
            <p:cNvCxnSpPr/>
            <p:nvPr/>
          </p:nvCxnSpPr>
          <p:spPr>
            <a:xfrm rot="5400000" flipH="1">
              <a:off x="7318025" y="3907700"/>
              <a:ext cx="3045000" cy="3318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68" name="Google Shape;168;p17"/>
            <p:cNvCxnSpPr/>
            <p:nvPr/>
          </p:nvCxnSpPr>
          <p:spPr>
            <a:xfrm rot="5400000" flipH="1">
              <a:off x="7083950" y="4541675"/>
              <a:ext cx="3325500" cy="317400"/>
            </a:xfrm>
            <a:prstGeom prst="bentConnector3">
              <a:avLst>
                <a:gd name="adj1" fmla="val 64575"/>
              </a:avLst>
            </a:prstGeom>
            <a:noFill/>
            <a:ln w="19050" cap="flat" cmpd="sng">
              <a:solidFill>
                <a:schemeClr val="lt2"/>
              </a:solidFill>
              <a:prstDash val="solid"/>
              <a:round/>
              <a:headEnd type="none" w="med" len="med"/>
              <a:tailEnd type="oval" w="med" len="med"/>
            </a:ln>
          </p:spPr>
        </p:cxnSp>
        <p:cxnSp>
          <p:nvCxnSpPr>
            <p:cNvPr id="169" name="Google Shape;169;p17"/>
            <p:cNvCxnSpPr/>
            <p:nvPr/>
          </p:nvCxnSpPr>
          <p:spPr>
            <a:xfrm rot="10800000" flipH="1">
              <a:off x="-320650" y="4087825"/>
              <a:ext cx="5808300" cy="8787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70" name="Google Shape;170;p17"/>
            <p:cNvCxnSpPr/>
            <p:nvPr/>
          </p:nvCxnSpPr>
          <p:spPr>
            <a:xfrm rot="5400000">
              <a:off x="-237850" y="2225"/>
              <a:ext cx="2082300" cy="729600"/>
            </a:xfrm>
            <a:prstGeom prst="bentConnector3">
              <a:avLst>
                <a:gd name="adj1" fmla="val 43507"/>
              </a:avLst>
            </a:prstGeom>
            <a:noFill/>
            <a:ln w="19050" cap="flat" cmpd="sng">
              <a:solidFill>
                <a:schemeClr val="lt2"/>
              </a:solidFill>
              <a:prstDash val="solid"/>
              <a:round/>
              <a:headEnd type="none" w="med" len="med"/>
              <a:tailEnd type="oval" w="med" len="med"/>
            </a:ln>
          </p:spPr>
        </p:cxnSp>
        <p:cxnSp>
          <p:nvCxnSpPr>
            <p:cNvPr id="171" name="Google Shape;171;p17"/>
            <p:cNvCxnSpPr/>
            <p:nvPr/>
          </p:nvCxnSpPr>
          <p:spPr>
            <a:xfrm rot="5400000">
              <a:off x="-317750" y="-132725"/>
              <a:ext cx="1866600" cy="6066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nvGrpSpPr>
          <p:cNvPr id="172" name="Google Shape;172;p17"/>
          <p:cNvGrpSpPr/>
          <p:nvPr/>
        </p:nvGrpSpPr>
        <p:grpSpPr>
          <a:xfrm>
            <a:off x="179243" y="1771891"/>
            <a:ext cx="400449" cy="2933146"/>
            <a:chOff x="7553711" y="-2334286"/>
            <a:chExt cx="455625" cy="3337292"/>
          </a:xfrm>
        </p:grpSpPr>
        <p:sp>
          <p:nvSpPr>
            <p:cNvPr id="173" name="Google Shape;173;p17"/>
            <p:cNvSpPr/>
            <p:nvPr/>
          </p:nvSpPr>
          <p:spPr>
            <a:xfrm>
              <a:off x="7728940" y="-1977361"/>
              <a:ext cx="280396" cy="280396"/>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7"/>
            <p:cNvSpPr/>
            <p:nvPr/>
          </p:nvSpPr>
          <p:spPr>
            <a:xfrm>
              <a:off x="7766124" y="796950"/>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7"/>
            <p:cNvSpPr/>
            <p:nvPr/>
          </p:nvSpPr>
          <p:spPr>
            <a:xfrm>
              <a:off x="7553711" y="-2334286"/>
              <a:ext cx="151325" cy="15132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35"/>
        <p:cNvGrpSpPr/>
        <p:nvPr/>
      </p:nvGrpSpPr>
      <p:grpSpPr>
        <a:xfrm>
          <a:off x="0" y="0"/>
          <a:ext cx="0" cy="0"/>
          <a:chOff x="0" y="0"/>
          <a:chExt cx="0" cy="0"/>
        </a:xfrm>
      </p:grpSpPr>
      <p:grpSp>
        <p:nvGrpSpPr>
          <p:cNvPr id="336" name="Google Shape;336;p28"/>
          <p:cNvGrpSpPr/>
          <p:nvPr/>
        </p:nvGrpSpPr>
        <p:grpSpPr>
          <a:xfrm>
            <a:off x="-709225" y="2020450"/>
            <a:ext cx="10403925" cy="4250875"/>
            <a:chOff x="-709225" y="2020450"/>
            <a:chExt cx="10403925" cy="4250875"/>
          </a:xfrm>
        </p:grpSpPr>
        <p:grpSp>
          <p:nvGrpSpPr>
            <p:cNvPr id="337" name="Google Shape;337;p28"/>
            <p:cNvGrpSpPr/>
            <p:nvPr/>
          </p:nvGrpSpPr>
          <p:grpSpPr>
            <a:xfrm>
              <a:off x="176175" y="2459300"/>
              <a:ext cx="418425" cy="3812025"/>
              <a:chOff x="176175" y="2459300"/>
              <a:chExt cx="418425" cy="3812025"/>
            </a:xfrm>
          </p:grpSpPr>
          <p:cxnSp>
            <p:nvCxnSpPr>
              <p:cNvPr id="338" name="Google Shape;338;p28"/>
              <p:cNvCxnSpPr/>
              <p:nvPr/>
            </p:nvCxnSpPr>
            <p:spPr>
              <a:xfrm rot="5400000" flipH="1">
                <a:off x="-1093800" y="3815900"/>
                <a:ext cx="3045000" cy="3318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339" name="Google Shape;339;p28"/>
              <p:cNvCxnSpPr/>
              <p:nvPr/>
            </p:nvCxnSpPr>
            <p:spPr>
              <a:xfrm rot="5400000" flipH="1">
                <a:off x="-1327875" y="4449875"/>
                <a:ext cx="3325500" cy="317400"/>
              </a:xfrm>
              <a:prstGeom prst="bentConnector3">
                <a:avLst>
                  <a:gd name="adj1" fmla="val 64575"/>
                </a:avLst>
              </a:prstGeom>
              <a:noFill/>
              <a:ln w="19050" cap="flat" cmpd="sng">
                <a:solidFill>
                  <a:schemeClr val="lt2"/>
                </a:solidFill>
                <a:prstDash val="solid"/>
                <a:round/>
                <a:headEnd type="none" w="med" len="med"/>
                <a:tailEnd type="oval" w="med" len="med"/>
              </a:ln>
            </p:spPr>
          </p:cxnSp>
        </p:grpSp>
        <p:grpSp>
          <p:nvGrpSpPr>
            <p:cNvPr id="340" name="Google Shape;340;p28"/>
            <p:cNvGrpSpPr/>
            <p:nvPr/>
          </p:nvGrpSpPr>
          <p:grpSpPr>
            <a:xfrm>
              <a:off x="-709225" y="4185350"/>
              <a:ext cx="7895400" cy="1976375"/>
              <a:chOff x="-709225" y="4185350"/>
              <a:chExt cx="7895400" cy="1976375"/>
            </a:xfrm>
          </p:grpSpPr>
          <p:cxnSp>
            <p:nvCxnSpPr>
              <p:cNvPr id="341" name="Google Shape;341;p28"/>
              <p:cNvCxnSpPr/>
              <p:nvPr/>
            </p:nvCxnSpPr>
            <p:spPr>
              <a:xfrm rot="10800000" flipH="1">
                <a:off x="-709225" y="4185350"/>
                <a:ext cx="7895400" cy="1147500"/>
              </a:xfrm>
              <a:prstGeom prst="bentConnector3">
                <a:avLst>
                  <a:gd name="adj1" fmla="val 71221"/>
                </a:avLst>
              </a:prstGeom>
              <a:noFill/>
              <a:ln w="19050" cap="flat" cmpd="sng">
                <a:solidFill>
                  <a:schemeClr val="lt2"/>
                </a:solidFill>
                <a:prstDash val="solid"/>
                <a:round/>
                <a:headEnd type="none" w="med" len="med"/>
                <a:tailEnd type="oval" w="med" len="med"/>
              </a:ln>
            </p:spPr>
          </p:cxnSp>
          <p:cxnSp>
            <p:nvCxnSpPr>
              <p:cNvPr id="342" name="Google Shape;342;p28"/>
              <p:cNvCxnSpPr/>
              <p:nvPr/>
            </p:nvCxnSpPr>
            <p:spPr>
              <a:xfrm rot="10800000" flipH="1">
                <a:off x="2953025" y="4367125"/>
                <a:ext cx="3567000" cy="17946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nvGrpSpPr>
            <p:cNvPr id="343" name="Google Shape;343;p28"/>
            <p:cNvGrpSpPr/>
            <p:nvPr/>
          </p:nvGrpSpPr>
          <p:grpSpPr>
            <a:xfrm>
              <a:off x="8878450" y="2020450"/>
              <a:ext cx="816250" cy="2568900"/>
              <a:chOff x="8878450" y="2020450"/>
              <a:chExt cx="816250" cy="2568900"/>
            </a:xfrm>
          </p:grpSpPr>
          <p:cxnSp>
            <p:nvCxnSpPr>
              <p:cNvPr id="344" name="Google Shape;344;p28"/>
              <p:cNvCxnSpPr/>
              <p:nvPr/>
            </p:nvCxnSpPr>
            <p:spPr>
              <a:xfrm rot="5400000">
                <a:off x="7933150" y="2965750"/>
                <a:ext cx="2568900" cy="678300"/>
              </a:xfrm>
              <a:prstGeom prst="bentConnector3">
                <a:avLst>
                  <a:gd name="adj1" fmla="val 4494"/>
                </a:avLst>
              </a:prstGeom>
              <a:noFill/>
              <a:ln w="19050" cap="flat" cmpd="sng">
                <a:solidFill>
                  <a:schemeClr val="lt2"/>
                </a:solidFill>
                <a:prstDash val="solid"/>
                <a:round/>
                <a:headEnd type="none" w="med" len="med"/>
                <a:tailEnd type="oval" w="med" len="med"/>
              </a:ln>
            </p:spPr>
          </p:cxnSp>
          <p:cxnSp>
            <p:nvCxnSpPr>
              <p:cNvPr id="345" name="Google Shape;345;p28"/>
              <p:cNvCxnSpPr/>
              <p:nvPr/>
            </p:nvCxnSpPr>
            <p:spPr>
              <a:xfrm rot="5400000">
                <a:off x="8288750" y="2779400"/>
                <a:ext cx="2082300" cy="7296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grpSp>
        <p:nvGrpSpPr>
          <p:cNvPr id="346" name="Google Shape;346;p28"/>
          <p:cNvGrpSpPr/>
          <p:nvPr/>
        </p:nvGrpSpPr>
        <p:grpSpPr>
          <a:xfrm>
            <a:off x="84278" y="2240873"/>
            <a:ext cx="8837445" cy="2718104"/>
            <a:chOff x="84278" y="2240873"/>
            <a:chExt cx="8837445" cy="2718104"/>
          </a:xfrm>
        </p:grpSpPr>
        <p:sp>
          <p:nvSpPr>
            <p:cNvPr id="347" name="Google Shape;347;p28"/>
            <p:cNvSpPr/>
            <p:nvPr/>
          </p:nvSpPr>
          <p:spPr>
            <a:xfrm>
              <a:off x="84278" y="2240873"/>
              <a:ext cx="144320" cy="144304"/>
            </a:xfrm>
            <a:custGeom>
              <a:avLst/>
              <a:gdLst/>
              <a:ahLst/>
              <a:cxnLst/>
              <a:rect l="l" t="t" r="r" b="b"/>
              <a:pathLst>
                <a:path w="3298" h="3298" extrusionOk="0">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8"/>
            <p:cNvSpPr/>
            <p:nvPr/>
          </p:nvSpPr>
          <p:spPr>
            <a:xfrm>
              <a:off x="8777403" y="4814673"/>
              <a:ext cx="144320" cy="144304"/>
            </a:xfrm>
            <a:custGeom>
              <a:avLst/>
              <a:gdLst/>
              <a:ahLst/>
              <a:cxnLst/>
              <a:rect l="l" t="t" r="r" b="b"/>
              <a:pathLst>
                <a:path w="3298" h="3298" extrusionOk="0">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49"/>
        <p:cNvGrpSpPr/>
        <p:nvPr/>
      </p:nvGrpSpPr>
      <p:grpSpPr>
        <a:xfrm>
          <a:off x="0" y="0"/>
          <a:ext cx="0" cy="0"/>
          <a:chOff x="0" y="0"/>
          <a:chExt cx="0" cy="0"/>
        </a:xfrm>
      </p:grpSpPr>
      <p:grpSp>
        <p:nvGrpSpPr>
          <p:cNvPr id="350" name="Google Shape;350;p29"/>
          <p:cNvGrpSpPr/>
          <p:nvPr/>
        </p:nvGrpSpPr>
        <p:grpSpPr>
          <a:xfrm>
            <a:off x="140000" y="188300"/>
            <a:ext cx="580000" cy="6094500"/>
            <a:chOff x="140000" y="188300"/>
            <a:chExt cx="580000" cy="6094500"/>
          </a:xfrm>
        </p:grpSpPr>
        <p:cxnSp>
          <p:nvCxnSpPr>
            <p:cNvPr id="351" name="Google Shape;351;p29"/>
            <p:cNvCxnSpPr/>
            <p:nvPr/>
          </p:nvCxnSpPr>
          <p:spPr>
            <a:xfrm rot="-5400000">
              <a:off x="-522000" y="4271050"/>
              <a:ext cx="2018700" cy="465300"/>
            </a:xfrm>
            <a:prstGeom prst="bentConnector2">
              <a:avLst/>
            </a:prstGeom>
            <a:noFill/>
            <a:ln w="19050" cap="flat" cmpd="sng">
              <a:solidFill>
                <a:schemeClr val="lt2"/>
              </a:solidFill>
              <a:prstDash val="solid"/>
              <a:round/>
              <a:headEnd type="none" w="med" len="med"/>
              <a:tailEnd type="oval" w="med" len="med"/>
            </a:ln>
          </p:spPr>
        </p:cxnSp>
        <p:cxnSp>
          <p:nvCxnSpPr>
            <p:cNvPr id="352" name="Google Shape;352;p29"/>
            <p:cNvCxnSpPr/>
            <p:nvPr/>
          </p:nvCxnSpPr>
          <p:spPr>
            <a:xfrm rot="-5400000">
              <a:off x="-2575525" y="3200000"/>
              <a:ext cx="6094500" cy="711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353" name="Google Shape;353;p29"/>
            <p:cNvCxnSpPr/>
            <p:nvPr/>
          </p:nvCxnSpPr>
          <p:spPr>
            <a:xfrm rot="-5400000">
              <a:off x="-1584400" y="3258800"/>
              <a:ext cx="3657300" cy="2085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nvGrpSpPr>
          <p:cNvPr id="354" name="Google Shape;354;p29"/>
          <p:cNvGrpSpPr/>
          <p:nvPr/>
        </p:nvGrpSpPr>
        <p:grpSpPr>
          <a:xfrm>
            <a:off x="64493" y="394791"/>
            <a:ext cx="400449" cy="2933146"/>
            <a:chOff x="7553711" y="-2334286"/>
            <a:chExt cx="455625" cy="3337292"/>
          </a:xfrm>
        </p:grpSpPr>
        <p:sp>
          <p:nvSpPr>
            <p:cNvPr id="355" name="Google Shape;355;p29"/>
            <p:cNvSpPr/>
            <p:nvPr/>
          </p:nvSpPr>
          <p:spPr>
            <a:xfrm>
              <a:off x="7728940" y="-1977361"/>
              <a:ext cx="280396" cy="280396"/>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9"/>
            <p:cNvSpPr/>
            <p:nvPr/>
          </p:nvSpPr>
          <p:spPr>
            <a:xfrm>
              <a:off x="7766124" y="796950"/>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9"/>
            <p:cNvSpPr/>
            <p:nvPr/>
          </p:nvSpPr>
          <p:spPr>
            <a:xfrm>
              <a:off x="7553711" y="-2334286"/>
              <a:ext cx="151325" cy="15132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1pPr>
            <a:lvl2pPr lvl="1"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2pPr>
            <a:lvl3pPr lvl="2"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3pPr>
            <a:lvl4pPr lvl="3"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4pPr>
            <a:lvl5pPr lvl="4"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5pPr>
            <a:lvl6pPr lvl="5"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6pPr>
            <a:lvl7pPr lvl="6"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7pPr>
            <a:lvl8pPr lvl="7"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8pPr>
            <a:lvl9pPr lvl="8"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marL="914400" lvl="1"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marL="1371600" lvl="2"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marL="1828800" lvl="3"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marL="2286000" lvl="4"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marL="2743200" lvl="5"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marL="3200400" lvl="6"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marL="3657600" lvl="7"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marL="4114800" lvl="8"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8" r:id="rId3"/>
    <p:sldLayoutId id="2147483659" r:id="rId4"/>
    <p:sldLayoutId id="2147483663" r:id="rId5"/>
    <p:sldLayoutId id="2147483674" r:id="rId6"/>
    <p:sldLayoutId id="2147483675"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7"/>
        <p:cNvGrpSpPr/>
        <p:nvPr/>
      </p:nvGrpSpPr>
      <p:grpSpPr>
        <a:xfrm>
          <a:off x="0" y="0"/>
          <a:ext cx="0" cy="0"/>
          <a:chOff x="0" y="0"/>
          <a:chExt cx="0" cy="0"/>
        </a:xfrm>
      </p:grpSpPr>
      <p:sp>
        <p:nvSpPr>
          <p:cNvPr id="368" name="Google Shape;368;p33"/>
          <p:cNvSpPr txBox="1">
            <a:spLocks noGrp="1"/>
          </p:cNvSpPr>
          <p:nvPr>
            <p:ph type="ctrTitle"/>
          </p:nvPr>
        </p:nvSpPr>
        <p:spPr>
          <a:xfrm>
            <a:off x="4101571" y="417786"/>
            <a:ext cx="4316129" cy="239393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Chronic kidney disease</a:t>
            </a:r>
            <a:endParaRPr dirty="0"/>
          </a:p>
        </p:txBody>
      </p:sp>
      <p:sp>
        <p:nvSpPr>
          <p:cNvPr id="369" name="Google Shape;369;p33"/>
          <p:cNvSpPr txBox="1">
            <a:spLocks noGrp="1"/>
          </p:cNvSpPr>
          <p:nvPr>
            <p:ph type="subTitle" idx="1"/>
          </p:nvPr>
        </p:nvSpPr>
        <p:spPr>
          <a:xfrm>
            <a:off x="4157700" y="2997200"/>
            <a:ext cx="4260000" cy="365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370" name="Google Shape;370;p33"/>
          <p:cNvCxnSpPr>
            <a:endCxn id="369" idx="1"/>
          </p:cNvCxnSpPr>
          <p:nvPr/>
        </p:nvCxnSpPr>
        <p:spPr>
          <a:xfrm rot="-5400000" flipH="1">
            <a:off x="1987200" y="1009550"/>
            <a:ext cx="3995700" cy="345300"/>
          </a:xfrm>
          <a:prstGeom prst="bentConnector2">
            <a:avLst/>
          </a:prstGeom>
          <a:noFill/>
          <a:ln w="19050" cap="flat" cmpd="sng">
            <a:solidFill>
              <a:schemeClr val="lt2"/>
            </a:solidFill>
            <a:prstDash val="solid"/>
            <a:round/>
            <a:headEnd type="none" w="med" len="med"/>
            <a:tailEnd type="oval" w="med" len="med"/>
          </a:ln>
        </p:spPr>
      </p:cxnSp>
      <p:grpSp>
        <p:nvGrpSpPr>
          <p:cNvPr id="371" name="Google Shape;371;p33"/>
          <p:cNvGrpSpPr/>
          <p:nvPr/>
        </p:nvGrpSpPr>
        <p:grpSpPr>
          <a:xfrm>
            <a:off x="713228" y="756273"/>
            <a:ext cx="2795593" cy="3610859"/>
            <a:chOff x="713228" y="756273"/>
            <a:chExt cx="2795593" cy="3610859"/>
          </a:xfrm>
        </p:grpSpPr>
        <p:grpSp>
          <p:nvGrpSpPr>
            <p:cNvPr id="372" name="Google Shape;372;p33"/>
            <p:cNvGrpSpPr/>
            <p:nvPr/>
          </p:nvGrpSpPr>
          <p:grpSpPr>
            <a:xfrm>
              <a:off x="713228" y="756273"/>
              <a:ext cx="2795593" cy="3610859"/>
              <a:chOff x="293087" y="273641"/>
              <a:chExt cx="3511170" cy="4535116"/>
            </a:xfrm>
          </p:grpSpPr>
          <p:sp>
            <p:nvSpPr>
              <p:cNvPr id="373" name="Google Shape;373;p33"/>
              <p:cNvSpPr/>
              <p:nvPr/>
            </p:nvSpPr>
            <p:spPr>
              <a:xfrm>
                <a:off x="2601618" y="4214808"/>
                <a:ext cx="324803" cy="324793"/>
              </a:xfrm>
              <a:custGeom>
                <a:avLst/>
                <a:gdLst/>
                <a:ahLst/>
                <a:cxnLst/>
                <a:rect l="l" t="t" r="r" b="b"/>
                <a:pathLst>
                  <a:path w="4231" h="4231" extrusionOk="0">
                    <a:moveTo>
                      <a:pt x="4230" y="2118"/>
                    </a:moveTo>
                    <a:cubicBezTo>
                      <a:pt x="4230" y="3280"/>
                      <a:pt x="3281" y="4230"/>
                      <a:pt x="2113" y="4230"/>
                    </a:cubicBezTo>
                    <a:cubicBezTo>
                      <a:pt x="944" y="4230"/>
                      <a:pt x="1" y="3280"/>
                      <a:pt x="1" y="2118"/>
                    </a:cubicBezTo>
                    <a:cubicBezTo>
                      <a:pt x="1" y="950"/>
                      <a:pt x="944" y="0"/>
                      <a:pt x="2113" y="0"/>
                    </a:cubicBezTo>
                    <a:cubicBezTo>
                      <a:pt x="3281" y="0"/>
                      <a:pt x="4230" y="950"/>
                      <a:pt x="4230" y="2118"/>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3"/>
              <p:cNvSpPr/>
              <p:nvPr/>
            </p:nvSpPr>
            <p:spPr>
              <a:xfrm>
                <a:off x="3332150" y="2479887"/>
                <a:ext cx="187378" cy="187402"/>
              </a:xfrm>
              <a:custGeom>
                <a:avLst/>
                <a:gdLst/>
                <a:ahLst/>
                <a:cxnLst/>
                <a:rect l="l" t="t" r="r" b="b"/>
                <a:pathLst>
                  <a:path w="4230" h="4231" extrusionOk="0">
                    <a:moveTo>
                      <a:pt x="4230" y="2119"/>
                    </a:moveTo>
                    <a:cubicBezTo>
                      <a:pt x="4230" y="3287"/>
                      <a:pt x="3280" y="4231"/>
                      <a:pt x="2112" y="4231"/>
                    </a:cubicBezTo>
                    <a:cubicBezTo>
                      <a:pt x="944" y="4231"/>
                      <a:pt x="0" y="3287"/>
                      <a:pt x="0" y="2119"/>
                    </a:cubicBezTo>
                    <a:cubicBezTo>
                      <a:pt x="0" y="950"/>
                      <a:pt x="944" y="1"/>
                      <a:pt x="2112" y="1"/>
                    </a:cubicBezTo>
                    <a:cubicBezTo>
                      <a:pt x="3280" y="1"/>
                      <a:pt x="4230" y="950"/>
                      <a:pt x="4230" y="211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3"/>
              <p:cNvSpPr/>
              <p:nvPr/>
            </p:nvSpPr>
            <p:spPr>
              <a:xfrm>
                <a:off x="293087" y="273641"/>
                <a:ext cx="181266" cy="181242"/>
              </a:xfrm>
              <a:custGeom>
                <a:avLst/>
                <a:gdLst/>
                <a:ahLst/>
                <a:cxnLst/>
                <a:rect l="l" t="t" r="r" b="b"/>
                <a:pathLst>
                  <a:path w="3298" h="3298" extrusionOk="0">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3"/>
              <p:cNvSpPr/>
              <p:nvPr/>
            </p:nvSpPr>
            <p:spPr>
              <a:xfrm>
                <a:off x="1038559" y="4453324"/>
                <a:ext cx="192303" cy="192296"/>
              </a:xfrm>
              <a:custGeom>
                <a:avLst/>
                <a:gdLst/>
                <a:ahLst/>
                <a:cxnLst/>
                <a:rect l="l" t="t" r="r" b="b"/>
                <a:pathLst>
                  <a:path w="2505" h="2505" extrusionOk="0">
                    <a:moveTo>
                      <a:pt x="2504" y="1255"/>
                    </a:moveTo>
                    <a:cubicBezTo>
                      <a:pt x="2504" y="1946"/>
                      <a:pt x="1946" y="2504"/>
                      <a:pt x="1256" y="2504"/>
                    </a:cubicBezTo>
                    <a:cubicBezTo>
                      <a:pt x="559" y="2504"/>
                      <a:pt x="1" y="1946"/>
                      <a:pt x="1" y="1255"/>
                    </a:cubicBezTo>
                    <a:cubicBezTo>
                      <a:pt x="1" y="559"/>
                      <a:pt x="559" y="1"/>
                      <a:pt x="1256" y="1"/>
                    </a:cubicBezTo>
                    <a:cubicBezTo>
                      <a:pt x="1946" y="1"/>
                      <a:pt x="2504" y="559"/>
                      <a:pt x="2504" y="12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3"/>
              <p:cNvSpPr/>
              <p:nvPr/>
            </p:nvSpPr>
            <p:spPr>
              <a:xfrm>
                <a:off x="434250" y="2832705"/>
                <a:ext cx="192226" cy="192220"/>
              </a:xfrm>
              <a:custGeom>
                <a:avLst/>
                <a:gdLst/>
                <a:ahLst/>
                <a:cxnLst/>
                <a:rect l="l" t="t" r="r" b="b"/>
                <a:pathLst>
                  <a:path w="2504" h="2504" extrusionOk="0">
                    <a:moveTo>
                      <a:pt x="2504" y="1249"/>
                    </a:moveTo>
                    <a:cubicBezTo>
                      <a:pt x="2504" y="1940"/>
                      <a:pt x="1945" y="2504"/>
                      <a:pt x="1255" y="2504"/>
                    </a:cubicBezTo>
                    <a:cubicBezTo>
                      <a:pt x="564" y="2504"/>
                      <a:pt x="0" y="1940"/>
                      <a:pt x="0" y="1249"/>
                    </a:cubicBezTo>
                    <a:cubicBezTo>
                      <a:pt x="0" y="558"/>
                      <a:pt x="564" y="0"/>
                      <a:pt x="1255" y="0"/>
                    </a:cubicBezTo>
                    <a:cubicBezTo>
                      <a:pt x="1945" y="0"/>
                      <a:pt x="2504" y="558"/>
                      <a:pt x="2504" y="124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3"/>
              <p:cNvSpPr/>
              <p:nvPr/>
            </p:nvSpPr>
            <p:spPr>
              <a:xfrm>
                <a:off x="1464919" y="461450"/>
                <a:ext cx="510350" cy="510334"/>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3"/>
              <p:cNvSpPr/>
              <p:nvPr/>
            </p:nvSpPr>
            <p:spPr>
              <a:xfrm>
                <a:off x="627777" y="1786738"/>
                <a:ext cx="324727" cy="324793"/>
              </a:xfrm>
              <a:custGeom>
                <a:avLst/>
                <a:gdLst/>
                <a:ahLst/>
                <a:cxnLst/>
                <a:rect l="l" t="t" r="r" b="b"/>
                <a:pathLst>
                  <a:path w="4230" h="4231" extrusionOk="0">
                    <a:moveTo>
                      <a:pt x="4230" y="2113"/>
                    </a:moveTo>
                    <a:cubicBezTo>
                      <a:pt x="4230" y="3281"/>
                      <a:pt x="3280" y="4231"/>
                      <a:pt x="2112" y="4231"/>
                    </a:cubicBezTo>
                    <a:cubicBezTo>
                      <a:pt x="950" y="4231"/>
                      <a:pt x="0" y="3281"/>
                      <a:pt x="0" y="2113"/>
                    </a:cubicBezTo>
                    <a:cubicBezTo>
                      <a:pt x="0" y="945"/>
                      <a:pt x="950" y="1"/>
                      <a:pt x="2112" y="1"/>
                    </a:cubicBezTo>
                    <a:cubicBezTo>
                      <a:pt x="3280" y="1"/>
                      <a:pt x="4230" y="945"/>
                      <a:pt x="4230" y="211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3"/>
              <p:cNvSpPr/>
              <p:nvPr/>
            </p:nvSpPr>
            <p:spPr>
              <a:xfrm>
                <a:off x="782300" y="4555574"/>
                <a:ext cx="2362761" cy="253182"/>
              </a:xfrm>
              <a:custGeom>
                <a:avLst/>
                <a:gdLst/>
                <a:ahLst/>
                <a:cxnLst/>
                <a:rect l="l" t="t" r="r" b="b"/>
                <a:pathLst>
                  <a:path w="34075" h="8058" extrusionOk="0">
                    <a:moveTo>
                      <a:pt x="34075" y="4029"/>
                    </a:moveTo>
                    <a:cubicBezTo>
                      <a:pt x="34075" y="6256"/>
                      <a:pt x="26444" y="8057"/>
                      <a:pt x="17041" y="8057"/>
                    </a:cubicBezTo>
                    <a:cubicBezTo>
                      <a:pt x="7632" y="8057"/>
                      <a:pt x="1" y="6256"/>
                      <a:pt x="1" y="4029"/>
                    </a:cubicBezTo>
                    <a:cubicBezTo>
                      <a:pt x="1" y="1807"/>
                      <a:pt x="7632" y="0"/>
                      <a:pt x="17041" y="0"/>
                    </a:cubicBezTo>
                    <a:cubicBezTo>
                      <a:pt x="26444" y="0"/>
                      <a:pt x="34075" y="1807"/>
                      <a:pt x="34075" y="4029"/>
                    </a:cubicBezTo>
                    <a:close/>
                  </a:path>
                </a:pathLst>
              </a:custGeom>
              <a:solidFill>
                <a:srgbClr val="134F5C">
                  <a:alpha val="327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3"/>
              <p:cNvSpPr/>
              <p:nvPr/>
            </p:nvSpPr>
            <p:spPr>
              <a:xfrm>
                <a:off x="1535627" y="4051294"/>
                <a:ext cx="926891" cy="682211"/>
              </a:xfrm>
              <a:custGeom>
                <a:avLst/>
                <a:gdLst/>
                <a:ahLst/>
                <a:cxnLst/>
                <a:rect l="l" t="t" r="r" b="b"/>
                <a:pathLst>
                  <a:path w="12074" h="8887" extrusionOk="0">
                    <a:moveTo>
                      <a:pt x="5151" y="8881"/>
                    </a:moveTo>
                    <a:cubicBezTo>
                      <a:pt x="5013" y="8869"/>
                      <a:pt x="4886" y="8840"/>
                      <a:pt x="4754" y="8800"/>
                    </a:cubicBezTo>
                    <a:lnTo>
                      <a:pt x="1600" y="7707"/>
                    </a:lnTo>
                    <a:cubicBezTo>
                      <a:pt x="599" y="7361"/>
                      <a:pt x="0" y="6435"/>
                      <a:pt x="190" y="5549"/>
                    </a:cubicBezTo>
                    <a:lnTo>
                      <a:pt x="1180" y="858"/>
                    </a:lnTo>
                    <a:cubicBezTo>
                      <a:pt x="1197" y="778"/>
                      <a:pt x="1266" y="720"/>
                      <a:pt x="1358" y="715"/>
                    </a:cubicBezTo>
                    <a:lnTo>
                      <a:pt x="8621" y="7"/>
                    </a:lnTo>
                    <a:cubicBezTo>
                      <a:pt x="8696" y="1"/>
                      <a:pt x="8776" y="30"/>
                      <a:pt x="8828" y="82"/>
                    </a:cubicBezTo>
                    <a:cubicBezTo>
                      <a:pt x="8880" y="133"/>
                      <a:pt x="8897" y="202"/>
                      <a:pt x="8886" y="260"/>
                    </a:cubicBezTo>
                    <a:lnTo>
                      <a:pt x="7591" y="4634"/>
                    </a:lnTo>
                    <a:lnTo>
                      <a:pt x="7591" y="4634"/>
                    </a:lnTo>
                    <a:cubicBezTo>
                      <a:pt x="7366" y="5399"/>
                      <a:pt x="7890" y="6210"/>
                      <a:pt x="8799" y="6498"/>
                    </a:cubicBezTo>
                    <a:lnTo>
                      <a:pt x="11803" y="7448"/>
                    </a:lnTo>
                    <a:cubicBezTo>
                      <a:pt x="11964" y="7499"/>
                      <a:pt x="12074" y="7626"/>
                      <a:pt x="12062" y="7764"/>
                    </a:cubicBezTo>
                    <a:cubicBezTo>
                      <a:pt x="12057" y="7902"/>
                      <a:pt x="11947" y="8006"/>
                      <a:pt x="11786" y="8029"/>
                    </a:cubicBezTo>
                    <a:lnTo>
                      <a:pt x="5438" y="8881"/>
                    </a:lnTo>
                    <a:cubicBezTo>
                      <a:pt x="5352" y="8886"/>
                      <a:pt x="5254" y="8886"/>
                      <a:pt x="5151" y="8881"/>
                    </a:cubicBezTo>
                    <a:close/>
                    <a:moveTo>
                      <a:pt x="1583" y="1071"/>
                    </a:moveTo>
                    <a:lnTo>
                      <a:pt x="610" y="5641"/>
                    </a:lnTo>
                    <a:cubicBezTo>
                      <a:pt x="461" y="6349"/>
                      <a:pt x="944" y="7079"/>
                      <a:pt x="1732" y="7356"/>
                    </a:cubicBezTo>
                    <a:lnTo>
                      <a:pt x="4892" y="8438"/>
                    </a:lnTo>
                    <a:cubicBezTo>
                      <a:pt x="5036" y="8489"/>
                      <a:pt x="5197" y="8507"/>
                      <a:pt x="5346" y="8484"/>
                    </a:cubicBezTo>
                    <a:lnTo>
                      <a:pt x="11257" y="7684"/>
                    </a:lnTo>
                    <a:lnTo>
                      <a:pt x="8667" y="6855"/>
                    </a:lnTo>
                    <a:cubicBezTo>
                      <a:pt x="7533" y="6492"/>
                      <a:pt x="6866" y="5462"/>
                      <a:pt x="7153" y="4507"/>
                    </a:cubicBezTo>
                    <a:lnTo>
                      <a:pt x="8350" y="427"/>
                    </a:lnTo>
                    <a:close/>
                    <a:moveTo>
                      <a:pt x="7366" y="4570"/>
                    </a:moveTo>
                    <a:close/>
                  </a:path>
                </a:pathLst>
              </a:custGeom>
              <a:solidFill>
                <a:srgbClr val="D1E0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3"/>
              <p:cNvSpPr/>
              <p:nvPr/>
            </p:nvSpPr>
            <p:spPr>
              <a:xfrm>
                <a:off x="1553284" y="4069027"/>
                <a:ext cx="908390" cy="648971"/>
              </a:xfrm>
              <a:custGeom>
                <a:avLst/>
                <a:gdLst/>
                <a:ahLst/>
                <a:cxnLst/>
                <a:rect l="l" t="t" r="r" b="b"/>
                <a:pathLst>
                  <a:path w="11833" h="8454" extrusionOk="0">
                    <a:moveTo>
                      <a:pt x="11585" y="7153"/>
                    </a:moveTo>
                    <a:lnTo>
                      <a:pt x="8564" y="6233"/>
                    </a:lnTo>
                    <a:cubicBezTo>
                      <a:pt x="7689" y="5956"/>
                      <a:pt x="7188" y="5174"/>
                      <a:pt x="7401" y="4437"/>
                    </a:cubicBezTo>
                    <a:lnTo>
                      <a:pt x="8638" y="248"/>
                    </a:lnTo>
                    <a:cubicBezTo>
                      <a:pt x="8661" y="190"/>
                      <a:pt x="8638" y="115"/>
                      <a:pt x="8592" y="75"/>
                    </a:cubicBezTo>
                    <a:cubicBezTo>
                      <a:pt x="8541" y="23"/>
                      <a:pt x="8466" y="0"/>
                      <a:pt x="8391" y="6"/>
                    </a:cubicBezTo>
                    <a:lnTo>
                      <a:pt x="1307" y="581"/>
                    </a:lnTo>
                    <a:cubicBezTo>
                      <a:pt x="1226" y="587"/>
                      <a:pt x="1151" y="650"/>
                      <a:pt x="1134" y="725"/>
                    </a:cubicBezTo>
                    <a:lnTo>
                      <a:pt x="179" y="5237"/>
                    </a:lnTo>
                    <a:cubicBezTo>
                      <a:pt x="0" y="6095"/>
                      <a:pt x="576" y="6987"/>
                      <a:pt x="1537" y="7315"/>
                    </a:cubicBezTo>
                    <a:lnTo>
                      <a:pt x="4575" y="8368"/>
                    </a:lnTo>
                    <a:cubicBezTo>
                      <a:pt x="4696" y="8408"/>
                      <a:pt x="4829" y="8437"/>
                      <a:pt x="4955" y="8448"/>
                    </a:cubicBezTo>
                    <a:cubicBezTo>
                      <a:pt x="5047" y="8454"/>
                      <a:pt x="5145" y="8448"/>
                      <a:pt x="5237" y="8437"/>
                    </a:cubicBezTo>
                    <a:lnTo>
                      <a:pt x="11568" y="7597"/>
                    </a:lnTo>
                    <a:cubicBezTo>
                      <a:pt x="11723" y="7573"/>
                      <a:pt x="11832" y="7516"/>
                      <a:pt x="11832" y="7412"/>
                    </a:cubicBezTo>
                    <a:cubicBezTo>
                      <a:pt x="11832" y="7326"/>
                      <a:pt x="11740" y="7194"/>
                      <a:pt x="11585" y="715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3"/>
              <p:cNvSpPr/>
              <p:nvPr/>
            </p:nvSpPr>
            <p:spPr>
              <a:xfrm>
                <a:off x="700629" y="2436189"/>
                <a:ext cx="2361445" cy="1971248"/>
              </a:xfrm>
              <a:custGeom>
                <a:avLst/>
                <a:gdLst/>
                <a:ahLst/>
                <a:cxnLst/>
                <a:rect l="l" t="t" r="r" b="b"/>
                <a:pathLst>
                  <a:path w="30761" h="25679" extrusionOk="0">
                    <a:moveTo>
                      <a:pt x="29931" y="23601"/>
                    </a:moveTo>
                    <a:lnTo>
                      <a:pt x="1474" y="25638"/>
                    </a:lnTo>
                    <a:cubicBezTo>
                      <a:pt x="881" y="25678"/>
                      <a:pt x="375" y="25178"/>
                      <a:pt x="369" y="24516"/>
                    </a:cubicBezTo>
                    <a:lnTo>
                      <a:pt x="6" y="1215"/>
                    </a:lnTo>
                    <a:cubicBezTo>
                      <a:pt x="1" y="559"/>
                      <a:pt x="570" y="12"/>
                      <a:pt x="1635" y="0"/>
                    </a:cubicBezTo>
                    <a:lnTo>
                      <a:pt x="29373" y="1059"/>
                    </a:lnTo>
                    <a:cubicBezTo>
                      <a:pt x="29834" y="1071"/>
                      <a:pt x="30219" y="1548"/>
                      <a:pt x="30236" y="2124"/>
                    </a:cubicBezTo>
                    <a:lnTo>
                      <a:pt x="30754" y="22496"/>
                    </a:lnTo>
                    <a:cubicBezTo>
                      <a:pt x="30760" y="23071"/>
                      <a:pt x="30403" y="23566"/>
                      <a:pt x="29931" y="236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3"/>
              <p:cNvSpPr/>
              <p:nvPr/>
            </p:nvSpPr>
            <p:spPr>
              <a:xfrm>
                <a:off x="754981" y="2433963"/>
                <a:ext cx="2362750" cy="1968178"/>
              </a:xfrm>
              <a:custGeom>
                <a:avLst/>
                <a:gdLst/>
                <a:ahLst/>
                <a:cxnLst/>
                <a:rect l="l" t="t" r="r" b="b"/>
                <a:pathLst>
                  <a:path w="30778" h="25639" extrusionOk="0">
                    <a:moveTo>
                      <a:pt x="29954" y="23572"/>
                    </a:moveTo>
                    <a:lnTo>
                      <a:pt x="1479" y="25592"/>
                    </a:lnTo>
                    <a:cubicBezTo>
                      <a:pt x="875" y="25638"/>
                      <a:pt x="380" y="25132"/>
                      <a:pt x="369" y="24470"/>
                    </a:cubicBezTo>
                    <a:lnTo>
                      <a:pt x="6" y="1163"/>
                    </a:lnTo>
                    <a:cubicBezTo>
                      <a:pt x="0" y="513"/>
                      <a:pt x="472" y="1"/>
                      <a:pt x="1071" y="18"/>
                    </a:cubicBezTo>
                    <a:lnTo>
                      <a:pt x="29385" y="1019"/>
                    </a:lnTo>
                    <a:cubicBezTo>
                      <a:pt x="29845" y="1036"/>
                      <a:pt x="30230" y="1520"/>
                      <a:pt x="30248" y="2084"/>
                    </a:cubicBezTo>
                    <a:lnTo>
                      <a:pt x="30766" y="22462"/>
                    </a:lnTo>
                    <a:cubicBezTo>
                      <a:pt x="30777" y="23049"/>
                      <a:pt x="30415" y="23544"/>
                      <a:pt x="29954" y="235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3"/>
              <p:cNvSpPr/>
              <p:nvPr/>
            </p:nvSpPr>
            <p:spPr>
              <a:xfrm>
                <a:off x="754059" y="2433963"/>
                <a:ext cx="2359219" cy="1751701"/>
              </a:xfrm>
              <a:custGeom>
                <a:avLst/>
                <a:gdLst/>
                <a:ahLst/>
                <a:cxnLst/>
                <a:rect l="l" t="t" r="r" b="b"/>
                <a:pathLst>
                  <a:path w="30732" h="22819" extrusionOk="0">
                    <a:moveTo>
                      <a:pt x="30732" y="21017"/>
                    </a:moveTo>
                    <a:lnTo>
                      <a:pt x="30254" y="2084"/>
                    </a:lnTo>
                    <a:cubicBezTo>
                      <a:pt x="30237" y="1508"/>
                      <a:pt x="29851" y="1036"/>
                      <a:pt x="29391" y="1019"/>
                    </a:cubicBezTo>
                    <a:lnTo>
                      <a:pt x="1077" y="18"/>
                    </a:lnTo>
                    <a:cubicBezTo>
                      <a:pt x="479" y="1"/>
                      <a:pt x="1" y="507"/>
                      <a:pt x="12" y="1163"/>
                    </a:cubicBezTo>
                    <a:lnTo>
                      <a:pt x="346" y="2281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3"/>
              <p:cNvSpPr/>
              <p:nvPr/>
            </p:nvSpPr>
            <p:spPr>
              <a:xfrm>
                <a:off x="854394" y="2555025"/>
                <a:ext cx="2180274" cy="1505208"/>
              </a:xfrm>
              <a:custGeom>
                <a:avLst/>
                <a:gdLst/>
                <a:ahLst/>
                <a:cxnLst/>
                <a:rect l="l" t="t" r="r" b="b"/>
                <a:pathLst>
                  <a:path w="28401" h="19608" extrusionOk="0">
                    <a:moveTo>
                      <a:pt x="28400" y="18128"/>
                    </a:moveTo>
                    <a:lnTo>
                      <a:pt x="317" y="19607"/>
                    </a:lnTo>
                    <a:lnTo>
                      <a:pt x="0" y="0"/>
                    </a:lnTo>
                    <a:lnTo>
                      <a:pt x="27957" y="806"/>
                    </a:lnTo>
                    <a:close/>
                  </a:path>
                </a:pathLst>
              </a:custGeom>
              <a:solidFill>
                <a:srgbClr val="D1E0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3"/>
              <p:cNvSpPr/>
              <p:nvPr/>
            </p:nvSpPr>
            <p:spPr>
              <a:xfrm>
                <a:off x="861917" y="2562932"/>
                <a:ext cx="2166072" cy="1488013"/>
              </a:xfrm>
              <a:custGeom>
                <a:avLst/>
                <a:gdLst/>
                <a:ahLst/>
                <a:cxnLst/>
                <a:rect l="l" t="t" r="r" b="b"/>
                <a:pathLst>
                  <a:path w="28216" h="19384" extrusionOk="0">
                    <a:moveTo>
                      <a:pt x="317" y="19383"/>
                    </a:moveTo>
                    <a:lnTo>
                      <a:pt x="0" y="1"/>
                    </a:lnTo>
                    <a:lnTo>
                      <a:pt x="27784" y="795"/>
                    </a:lnTo>
                    <a:lnTo>
                      <a:pt x="28216" y="17927"/>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3"/>
              <p:cNvSpPr/>
              <p:nvPr/>
            </p:nvSpPr>
            <p:spPr>
              <a:xfrm>
                <a:off x="946285" y="2963656"/>
                <a:ext cx="1165024" cy="956952"/>
              </a:xfrm>
              <a:custGeom>
                <a:avLst/>
                <a:gdLst/>
                <a:ahLst/>
                <a:cxnLst/>
                <a:rect l="l" t="t" r="r" b="b"/>
                <a:pathLst>
                  <a:path w="15176" h="12466" extrusionOk="0">
                    <a:moveTo>
                      <a:pt x="4621" y="6308"/>
                    </a:moveTo>
                    <a:cubicBezTo>
                      <a:pt x="4621" y="6308"/>
                      <a:pt x="6123" y="12466"/>
                      <a:pt x="10647" y="12132"/>
                    </a:cubicBezTo>
                    <a:cubicBezTo>
                      <a:pt x="15176" y="11804"/>
                      <a:pt x="14698" y="478"/>
                      <a:pt x="14698" y="478"/>
                    </a:cubicBezTo>
                    <a:lnTo>
                      <a:pt x="4829" y="1"/>
                    </a:lnTo>
                    <a:cubicBezTo>
                      <a:pt x="4829" y="1"/>
                      <a:pt x="0" y="5853"/>
                      <a:pt x="892" y="7465"/>
                    </a:cubicBezTo>
                    <a:cubicBezTo>
                      <a:pt x="1784" y="9076"/>
                      <a:pt x="4621" y="6308"/>
                      <a:pt x="4621" y="6308"/>
                    </a:cubicBezTo>
                    <a:close/>
                  </a:path>
                </a:pathLst>
              </a:custGeom>
              <a:solidFill>
                <a:srgbClr val="FFFFFF">
                  <a:alpha val="29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3"/>
              <p:cNvSpPr/>
              <p:nvPr/>
            </p:nvSpPr>
            <p:spPr>
              <a:xfrm>
                <a:off x="2297236" y="2111003"/>
                <a:ext cx="1038741" cy="893391"/>
              </a:xfrm>
              <a:custGeom>
                <a:avLst/>
                <a:gdLst/>
                <a:ahLst/>
                <a:cxnLst/>
                <a:rect l="l" t="t" r="r" b="b"/>
                <a:pathLst>
                  <a:path w="13531" h="11638" extrusionOk="0">
                    <a:moveTo>
                      <a:pt x="0" y="7137"/>
                    </a:moveTo>
                    <a:cubicBezTo>
                      <a:pt x="0" y="6055"/>
                      <a:pt x="547" y="5048"/>
                      <a:pt x="1445" y="4467"/>
                    </a:cubicBezTo>
                    <a:cubicBezTo>
                      <a:pt x="3827" y="2936"/>
                      <a:pt x="8834" y="1"/>
                      <a:pt x="10848" y="1042"/>
                    </a:cubicBezTo>
                    <a:cubicBezTo>
                      <a:pt x="13530" y="2435"/>
                      <a:pt x="2855" y="11637"/>
                      <a:pt x="1134" y="10348"/>
                    </a:cubicBezTo>
                    <a:cubicBezTo>
                      <a:pt x="225" y="9669"/>
                      <a:pt x="6" y="8276"/>
                      <a:pt x="0" y="713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3"/>
              <p:cNvSpPr/>
              <p:nvPr/>
            </p:nvSpPr>
            <p:spPr>
              <a:xfrm>
                <a:off x="1290433" y="2270065"/>
                <a:ext cx="1332914" cy="1718999"/>
              </a:xfrm>
              <a:custGeom>
                <a:avLst/>
                <a:gdLst/>
                <a:ahLst/>
                <a:cxnLst/>
                <a:rect l="l" t="t" r="r" b="b"/>
                <a:pathLst>
                  <a:path w="17363" h="22393" extrusionOk="0">
                    <a:moveTo>
                      <a:pt x="7890" y="21149"/>
                    </a:moveTo>
                    <a:cubicBezTo>
                      <a:pt x="2331" y="22393"/>
                      <a:pt x="0" y="12563"/>
                      <a:pt x="1577" y="5019"/>
                    </a:cubicBezTo>
                    <a:cubicBezTo>
                      <a:pt x="2049" y="2740"/>
                      <a:pt x="4080" y="1"/>
                      <a:pt x="6647" y="127"/>
                    </a:cubicBezTo>
                    <a:lnTo>
                      <a:pt x="15343" y="1140"/>
                    </a:lnTo>
                    <a:cubicBezTo>
                      <a:pt x="17322" y="2348"/>
                      <a:pt x="17363" y="5353"/>
                      <a:pt x="16747" y="8546"/>
                    </a:cubicBezTo>
                    <a:cubicBezTo>
                      <a:pt x="15768" y="13657"/>
                      <a:pt x="12695" y="20068"/>
                      <a:pt x="7890" y="2114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3"/>
              <p:cNvSpPr/>
              <p:nvPr/>
            </p:nvSpPr>
            <p:spPr>
              <a:xfrm>
                <a:off x="1638956" y="2397268"/>
                <a:ext cx="933109" cy="1358510"/>
              </a:xfrm>
              <a:custGeom>
                <a:avLst/>
                <a:gdLst/>
                <a:ahLst/>
                <a:cxnLst/>
                <a:rect l="l" t="t" r="r" b="b"/>
                <a:pathLst>
                  <a:path w="12155" h="17697" extrusionOk="0">
                    <a:moveTo>
                      <a:pt x="10354" y="628"/>
                    </a:moveTo>
                    <a:cubicBezTo>
                      <a:pt x="9358" y="1313"/>
                      <a:pt x="3005" y="2602"/>
                      <a:pt x="156" y="881"/>
                    </a:cubicBezTo>
                    <a:cubicBezTo>
                      <a:pt x="1" y="2199"/>
                      <a:pt x="1261" y="5198"/>
                      <a:pt x="1854" y="8052"/>
                    </a:cubicBezTo>
                    <a:cubicBezTo>
                      <a:pt x="2775" y="12426"/>
                      <a:pt x="4864" y="17697"/>
                      <a:pt x="6630" y="16114"/>
                    </a:cubicBezTo>
                    <a:cubicBezTo>
                      <a:pt x="10072" y="13036"/>
                      <a:pt x="11608" y="7770"/>
                      <a:pt x="11908" y="4616"/>
                    </a:cubicBezTo>
                    <a:cubicBezTo>
                      <a:pt x="12155" y="1923"/>
                      <a:pt x="11263" y="1"/>
                      <a:pt x="10354" y="628"/>
                    </a:cubicBezTo>
                    <a:close/>
                  </a:path>
                </a:pathLst>
              </a:custGeom>
              <a:solidFill>
                <a:srgbClr val="FFFFFF">
                  <a:alpha val="29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3"/>
              <p:cNvSpPr/>
              <p:nvPr/>
            </p:nvSpPr>
            <p:spPr>
              <a:xfrm>
                <a:off x="1597121" y="2215241"/>
                <a:ext cx="891876" cy="343381"/>
              </a:xfrm>
              <a:custGeom>
                <a:avLst/>
                <a:gdLst/>
                <a:ahLst/>
                <a:cxnLst/>
                <a:rect l="l" t="t" r="r" b="b"/>
                <a:pathLst>
                  <a:path w="13237" h="4473" extrusionOk="0">
                    <a:moveTo>
                      <a:pt x="13237" y="2539"/>
                    </a:moveTo>
                    <a:cubicBezTo>
                      <a:pt x="13237" y="3609"/>
                      <a:pt x="10676" y="4472"/>
                      <a:pt x="7229" y="4467"/>
                    </a:cubicBezTo>
                    <a:cubicBezTo>
                      <a:pt x="3407" y="4461"/>
                      <a:pt x="1" y="3408"/>
                      <a:pt x="1" y="2124"/>
                    </a:cubicBezTo>
                    <a:cubicBezTo>
                      <a:pt x="1" y="835"/>
                      <a:pt x="3407" y="1"/>
                      <a:pt x="7229" y="231"/>
                    </a:cubicBezTo>
                    <a:cubicBezTo>
                      <a:pt x="10676" y="438"/>
                      <a:pt x="13237" y="1468"/>
                      <a:pt x="13237" y="253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3"/>
              <p:cNvSpPr/>
              <p:nvPr/>
            </p:nvSpPr>
            <p:spPr>
              <a:xfrm>
                <a:off x="1464925" y="1398911"/>
                <a:ext cx="1239718" cy="1054521"/>
              </a:xfrm>
              <a:custGeom>
                <a:avLst/>
                <a:gdLst/>
                <a:ahLst/>
                <a:cxnLst/>
                <a:rect l="l" t="t" r="r" b="b"/>
                <a:pathLst>
                  <a:path w="16149" h="13737" extrusionOk="0">
                    <a:moveTo>
                      <a:pt x="16148" y="8074"/>
                    </a:moveTo>
                    <a:cubicBezTo>
                      <a:pt x="16148" y="11233"/>
                      <a:pt x="13127" y="13737"/>
                      <a:pt x="8978" y="13656"/>
                    </a:cubicBezTo>
                    <a:cubicBezTo>
                      <a:pt x="4282" y="13570"/>
                      <a:pt x="0" y="10272"/>
                      <a:pt x="0" y="6319"/>
                    </a:cubicBezTo>
                    <a:cubicBezTo>
                      <a:pt x="0" y="2359"/>
                      <a:pt x="4288" y="0"/>
                      <a:pt x="8978" y="927"/>
                    </a:cubicBezTo>
                    <a:cubicBezTo>
                      <a:pt x="13121" y="1755"/>
                      <a:pt x="16148" y="4915"/>
                      <a:pt x="16148" y="80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3"/>
              <p:cNvSpPr/>
              <p:nvPr/>
            </p:nvSpPr>
            <p:spPr>
              <a:xfrm>
                <a:off x="1566948" y="1676347"/>
                <a:ext cx="1070523" cy="622487"/>
              </a:xfrm>
              <a:custGeom>
                <a:avLst/>
                <a:gdLst/>
                <a:ahLst/>
                <a:cxnLst/>
                <a:rect l="l" t="t" r="r" b="b"/>
                <a:pathLst>
                  <a:path w="13945" h="8109" extrusionOk="0">
                    <a:moveTo>
                      <a:pt x="12241" y="1634"/>
                    </a:moveTo>
                    <a:lnTo>
                      <a:pt x="2372" y="184"/>
                    </a:lnTo>
                    <a:cubicBezTo>
                      <a:pt x="1083" y="0"/>
                      <a:pt x="1" y="875"/>
                      <a:pt x="1" y="2158"/>
                    </a:cubicBezTo>
                    <a:lnTo>
                      <a:pt x="1" y="3205"/>
                    </a:lnTo>
                    <a:cubicBezTo>
                      <a:pt x="1" y="4489"/>
                      <a:pt x="1083" y="5611"/>
                      <a:pt x="2372" y="5703"/>
                    </a:cubicBezTo>
                    <a:lnTo>
                      <a:pt x="2832" y="5738"/>
                    </a:lnTo>
                    <a:cubicBezTo>
                      <a:pt x="3644" y="5795"/>
                      <a:pt x="4392" y="6209"/>
                      <a:pt x="4875" y="6825"/>
                    </a:cubicBezTo>
                    <a:cubicBezTo>
                      <a:pt x="5405" y="7510"/>
                      <a:pt x="6463" y="8005"/>
                      <a:pt x="7643" y="8057"/>
                    </a:cubicBezTo>
                    <a:cubicBezTo>
                      <a:pt x="8788" y="8109"/>
                      <a:pt x="9744" y="7740"/>
                      <a:pt x="10210" y="7159"/>
                    </a:cubicBezTo>
                    <a:cubicBezTo>
                      <a:pt x="10618" y="6641"/>
                      <a:pt x="11240" y="6365"/>
                      <a:pt x="11879" y="6417"/>
                    </a:cubicBezTo>
                    <a:lnTo>
                      <a:pt x="12230" y="6445"/>
                    </a:lnTo>
                    <a:cubicBezTo>
                      <a:pt x="13179" y="6514"/>
                      <a:pt x="13927" y="5720"/>
                      <a:pt x="13927" y="4661"/>
                    </a:cubicBezTo>
                    <a:lnTo>
                      <a:pt x="13927" y="3798"/>
                    </a:lnTo>
                    <a:cubicBezTo>
                      <a:pt x="13945" y="2739"/>
                      <a:pt x="13191" y="1767"/>
                      <a:pt x="12241" y="1634"/>
                    </a:cubicBezTo>
                    <a:close/>
                  </a:path>
                </a:pathLst>
              </a:custGeom>
              <a:solidFill>
                <a:srgbClr val="134F5C">
                  <a:alpha val="503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3"/>
              <p:cNvSpPr/>
              <p:nvPr/>
            </p:nvSpPr>
            <p:spPr>
              <a:xfrm>
                <a:off x="1659760" y="1744209"/>
                <a:ext cx="912305" cy="381906"/>
              </a:xfrm>
              <a:custGeom>
                <a:avLst/>
                <a:gdLst/>
                <a:ahLst/>
                <a:cxnLst/>
                <a:rect l="l" t="t" r="r" b="b"/>
                <a:pathLst>
                  <a:path w="11884" h="4975" extrusionOk="0">
                    <a:moveTo>
                      <a:pt x="1663" y="1"/>
                    </a:moveTo>
                    <a:cubicBezTo>
                      <a:pt x="732" y="1"/>
                      <a:pt x="0" y="655"/>
                      <a:pt x="0" y="1568"/>
                    </a:cubicBezTo>
                    <a:lnTo>
                      <a:pt x="0" y="2298"/>
                    </a:lnTo>
                    <a:cubicBezTo>
                      <a:pt x="0" y="3300"/>
                      <a:pt x="881" y="4186"/>
                      <a:pt x="1940" y="4272"/>
                    </a:cubicBezTo>
                    <a:lnTo>
                      <a:pt x="10428" y="4969"/>
                    </a:lnTo>
                    <a:cubicBezTo>
                      <a:pt x="10471" y="4973"/>
                      <a:pt x="10514" y="4975"/>
                      <a:pt x="10557" y="4975"/>
                    </a:cubicBezTo>
                    <a:cubicBezTo>
                      <a:pt x="11306" y="4975"/>
                      <a:pt x="11884" y="4359"/>
                      <a:pt x="11878" y="3553"/>
                    </a:cubicBezTo>
                    <a:lnTo>
                      <a:pt x="11878" y="2931"/>
                    </a:lnTo>
                    <a:cubicBezTo>
                      <a:pt x="11878" y="2091"/>
                      <a:pt x="11239" y="1314"/>
                      <a:pt x="10428" y="1199"/>
                    </a:cubicBezTo>
                    <a:lnTo>
                      <a:pt x="1940" y="20"/>
                    </a:lnTo>
                    <a:cubicBezTo>
                      <a:pt x="1846" y="7"/>
                      <a:pt x="1753" y="1"/>
                      <a:pt x="1663" y="1"/>
                    </a:cubicBezTo>
                    <a:close/>
                  </a:path>
                </a:pathLst>
              </a:custGeom>
              <a:solidFill>
                <a:srgbClr val="134F5C">
                  <a:alpha val="503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3"/>
              <p:cNvSpPr/>
              <p:nvPr/>
            </p:nvSpPr>
            <p:spPr>
              <a:xfrm>
                <a:off x="1869181" y="1868649"/>
                <a:ext cx="542977" cy="150920"/>
              </a:xfrm>
              <a:custGeom>
                <a:avLst/>
                <a:gdLst/>
                <a:ahLst/>
                <a:cxnLst/>
                <a:rect l="l" t="t" r="r" b="b"/>
                <a:pathLst>
                  <a:path w="7073" h="1966" extrusionOk="0">
                    <a:moveTo>
                      <a:pt x="816" y="1"/>
                    </a:moveTo>
                    <a:cubicBezTo>
                      <a:pt x="355" y="1"/>
                      <a:pt x="0" y="251"/>
                      <a:pt x="0" y="608"/>
                    </a:cubicBezTo>
                    <a:cubicBezTo>
                      <a:pt x="0" y="1005"/>
                      <a:pt x="437" y="1368"/>
                      <a:pt x="973" y="1420"/>
                    </a:cubicBezTo>
                    <a:cubicBezTo>
                      <a:pt x="1020" y="1425"/>
                      <a:pt x="1067" y="1428"/>
                      <a:pt x="1112" y="1428"/>
                    </a:cubicBezTo>
                    <a:cubicBezTo>
                      <a:pt x="1570" y="1428"/>
                      <a:pt x="1922" y="1173"/>
                      <a:pt x="1922" y="827"/>
                    </a:cubicBezTo>
                    <a:cubicBezTo>
                      <a:pt x="1922" y="442"/>
                      <a:pt x="1502" y="85"/>
                      <a:pt x="973" y="10"/>
                    </a:cubicBezTo>
                    <a:cubicBezTo>
                      <a:pt x="919" y="4"/>
                      <a:pt x="867" y="1"/>
                      <a:pt x="816" y="1"/>
                    </a:cubicBezTo>
                    <a:close/>
                    <a:moveTo>
                      <a:pt x="6129" y="642"/>
                    </a:moveTo>
                    <a:cubicBezTo>
                      <a:pt x="5726" y="642"/>
                      <a:pt x="5415" y="877"/>
                      <a:pt x="5415" y="1213"/>
                    </a:cubicBezTo>
                    <a:cubicBezTo>
                      <a:pt x="5415" y="1581"/>
                      <a:pt x="5789" y="1909"/>
                      <a:pt x="6250" y="1961"/>
                    </a:cubicBezTo>
                    <a:cubicBezTo>
                      <a:pt x="6282" y="1964"/>
                      <a:pt x="6314" y="1965"/>
                      <a:pt x="6346" y="1965"/>
                    </a:cubicBezTo>
                    <a:cubicBezTo>
                      <a:pt x="6755" y="1965"/>
                      <a:pt x="7073" y="1728"/>
                      <a:pt x="7073" y="1403"/>
                    </a:cubicBezTo>
                    <a:cubicBezTo>
                      <a:pt x="7067" y="1040"/>
                      <a:pt x="6704" y="712"/>
                      <a:pt x="6250" y="649"/>
                    </a:cubicBezTo>
                    <a:cubicBezTo>
                      <a:pt x="6209" y="644"/>
                      <a:pt x="6169" y="642"/>
                      <a:pt x="6129" y="64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3"/>
              <p:cNvSpPr/>
              <p:nvPr/>
            </p:nvSpPr>
            <p:spPr>
              <a:xfrm>
                <a:off x="1638572" y="1464239"/>
                <a:ext cx="1018781" cy="568215"/>
              </a:xfrm>
              <a:custGeom>
                <a:avLst/>
                <a:gdLst/>
                <a:ahLst/>
                <a:cxnLst/>
                <a:rect l="l" t="t" r="r" b="b"/>
                <a:pathLst>
                  <a:path w="13271" h="7402" extrusionOk="0">
                    <a:moveTo>
                      <a:pt x="6768" y="524"/>
                    </a:moveTo>
                    <a:cubicBezTo>
                      <a:pt x="4028" y="1"/>
                      <a:pt x="1456" y="732"/>
                      <a:pt x="0" y="2337"/>
                    </a:cubicBezTo>
                    <a:cubicBezTo>
                      <a:pt x="414" y="3655"/>
                      <a:pt x="2503" y="5497"/>
                      <a:pt x="5812" y="6486"/>
                    </a:cubicBezTo>
                    <a:cubicBezTo>
                      <a:pt x="8839" y="7401"/>
                      <a:pt x="10934" y="7355"/>
                      <a:pt x="13271" y="6964"/>
                    </a:cubicBezTo>
                    <a:cubicBezTo>
                      <a:pt x="13271" y="4092"/>
                      <a:pt x="10514" y="1244"/>
                      <a:pt x="6768" y="524"/>
                    </a:cubicBezTo>
                    <a:close/>
                  </a:path>
                </a:pathLst>
              </a:custGeom>
              <a:solidFill>
                <a:srgbClr val="FFFFFF">
                  <a:alpha val="29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3"/>
              <p:cNvSpPr/>
              <p:nvPr/>
            </p:nvSpPr>
            <p:spPr>
              <a:xfrm>
                <a:off x="1435753" y="1242075"/>
                <a:ext cx="1302054" cy="651197"/>
              </a:xfrm>
              <a:custGeom>
                <a:avLst/>
                <a:gdLst/>
                <a:ahLst/>
                <a:cxnLst/>
                <a:rect l="l" t="t" r="r" b="b"/>
                <a:pathLst>
                  <a:path w="16961" h="8483" extrusionOk="0">
                    <a:moveTo>
                      <a:pt x="16960" y="8483"/>
                    </a:moveTo>
                    <a:lnTo>
                      <a:pt x="16442" y="8414"/>
                    </a:lnTo>
                    <a:cubicBezTo>
                      <a:pt x="16442" y="5594"/>
                      <a:pt x="13501" y="2659"/>
                      <a:pt x="9496" y="1778"/>
                    </a:cubicBezTo>
                    <a:cubicBezTo>
                      <a:pt x="4961" y="788"/>
                      <a:pt x="818" y="2745"/>
                      <a:pt x="818" y="6267"/>
                    </a:cubicBezTo>
                    <a:lnTo>
                      <a:pt x="1" y="6152"/>
                    </a:lnTo>
                    <a:cubicBezTo>
                      <a:pt x="1" y="2187"/>
                      <a:pt x="4558" y="0"/>
                      <a:pt x="9496" y="1122"/>
                    </a:cubicBezTo>
                    <a:cubicBezTo>
                      <a:pt x="13818" y="2118"/>
                      <a:pt x="16960" y="5369"/>
                      <a:pt x="16960" y="84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3"/>
              <p:cNvSpPr/>
              <p:nvPr/>
            </p:nvSpPr>
            <p:spPr>
              <a:xfrm>
                <a:off x="2731048" y="1636121"/>
                <a:ext cx="31014" cy="285412"/>
              </a:xfrm>
              <a:custGeom>
                <a:avLst/>
                <a:gdLst/>
                <a:ahLst/>
                <a:cxnLst/>
                <a:rect l="l" t="t" r="r" b="b"/>
                <a:pathLst>
                  <a:path w="404" h="3718" extrusionOk="0">
                    <a:moveTo>
                      <a:pt x="202" y="3701"/>
                    </a:moveTo>
                    <a:lnTo>
                      <a:pt x="202" y="3701"/>
                    </a:lnTo>
                    <a:cubicBezTo>
                      <a:pt x="99" y="3689"/>
                      <a:pt x="1" y="3580"/>
                      <a:pt x="1" y="3453"/>
                    </a:cubicBezTo>
                    <a:lnTo>
                      <a:pt x="1" y="208"/>
                    </a:lnTo>
                    <a:cubicBezTo>
                      <a:pt x="1" y="87"/>
                      <a:pt x="87" y="0"/>
                      <a:pt x="202" y="18"/>
                    </a:cubicBezTo>
                    <a:lnTo>
                      <a:pt x="202" y="18"/>
                    </a:lnTo>
                    <a:cubicBezTo>
                      <a:pt x="311" y="41"/>
                      <a:pt x="404" y="156"/>
                      <a:pt x="404" y="277"/>
                    </a:cubicBezTo>
                    <a:lnTo>
                      <a:pt x="404" y="3511"/>
                    </a:lnTo>
                    <a:cubicBezTo>
                      <a:pt x="404" y="3626"/>
                      <a:pt x="311" y="3718"/>
                      <a:pt x="202" y="370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3"/>
              <p:cNvSpPr/>
              <p:nvPr/>
            </p:nvSpPr>
            <p:spPr>
              <a:xfrm>
                <a:off x="2356884" y="2088971"/>
                <a:ext cx="391898" cy="288483"/>
              </a:xfrm>
              <a:custGeom>
                <a:avLst/>
                <a:gdLst/>
                <a:ahLst/>
                <a:cxnLst/>
                <a:rect l="l" t="t" r="r" b="b"/>
                <a:pathLst>
                  <a:path w="5105" h="3758" extrusionOk="0">
                    <a:moveTo>
                      <a:pt x="259" y="3758"/>
                    </a:moveTo>
                    <a:cubicBezTo>
                      <a:pt x="127" y="3752"/>
                      <a:pt x="12" y="3643"/>
                      <a:pt x="6" y="3499"/>
                    </a:cubicBezTo>
                    <a:cubicBezTo>
                      <a:pt x="0" y="3355"/>
                      <a:pt x="110" y="3234"/>
                      <a:pt x="242" y="3234"/>
                    </a:cubicBezTo>
                    <a:cubicBezTo>
                      <a:pt x="4155" y="3177"/>
                      <a:pt x="4633" y="328"/>
                      <a:pt x="4656" y="207"/>
                    </a:cubicBezTo>
                    <a:cubicBezTo>
                      <a:pt x="4673" y="75"/>
                      <a:pt x="4783" y="0"/>
                      <a:pt x="4903" y="29"/>
                    </a:cubicBezTo>
                    <a:cubicBezTo>
                      <a:pt x="5019" y="63"/>
                      <a:pt x="5105" y="190"/>
                      <a:pt x="5088" y="322"/>
                    </a:cubicBezTo>
                    <a:cubicBezTo>
                      <a:pt x="5076" y="357"/>
                      <a:pt x="4547" y="3660"/>
                      <a:pt x="271" y="3752"/>
                    </a:cubicBezTo>
                    <a:cubicBezTo>
                      <a:pt x="265" y="3758"/>
                      <a:pt x="265" y="3758"/>
                      <a:pt x="259" y="375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3"/>
              <p:cNvSpPr/>
              <p:nvPr/>
            </p:nvSpPr>
            <p:spPr>
              <a:xfrm>
                <a:off x="2671016" y="1833566"/>
                <a:ext cx="141406" cy="306676"/>
              </a:xfrm>
              <a:custGeom>
                <a:avLst/>
                <a:gdLst/>
                <a:ahLst/>
                <a:cxnLst/>
                <a:rect l="l" t="t" r="r" b="b"/>
                <a:pathLst>
                  <a:path w="1842" h="3995" extrusionOk="0">
                    <a:moveTo>
                      <a:pt x="1209" y="3972"/>
                    </a:moveTo>
                    <a:lnTo>
                      <a:pt x="345" y="3903"/>
                    </a:lnTo>
                    <a:cubicBezTo>
                      <a:pt x="161" y="3885"/>
                      <a:pt x="259" y="3822"/>
                      <a:pt x="259" y="3621"/>
                    </a:cubicBezTo>
                    <a:cubicBezTo>
                      <a:pt x="259" y="3621"/>
                      <a:pt x="691" y="1837"/>
                      <a:pt x="0" y="306"/>
                    </a:cubicBezTo>
                    <a:cubicBezTo>
                      <a:pt x="0" y="133"/>
                      <a:pt x="52" y="35"/>
                      <a:pt x="150" y="1"/>
                    </a:cubicBezTo>
                    <a:lnTo>
                      <a:pt x="1209" y="81"/>
                    </a:lnTo>
                    <a:cubicBezTo>
                      <a:pt x="1387" y="110"/>
                      <a:pt x="1491" y="294"/>
                      <a:pt x="1531" y="490"/>
                    </a:cubicBezTo>
                    <a:cubicBezTo>
                      <a:pt x="1813" y="1693"/>
                      <a:pt x="1842" y="2809"/>
                      <a:pt x="1531" y="3644"/>
                    </a:cubicBezTo>
                    <a:cubicBezTo>
                      <a:pt x="1462" y="3828"/>
                      <a:pt x="1387" y="3995"/>
                      <a:pt x="1209" y="397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3"/>
              <p:cNvSpPr/>
              <p:nvPr/>
            </p:nvSpPr>
            <p:spPr>
              <a:xfrm>
                <a:off x="2282650" y="2306759"/>
                <a:ext cx="140561" cy="98566"/>
              </a:xfrm>
              <a:custGeom>
                <a:avLst/>
                <a:gdLst/>
                <a:ahLst/>
                <a:cxnLst/>
                <a:rect l="l" t="t" r="r" b="b"/>
                <a:pathLst>
                  <a:path w="1831" h="1284" extrusionOk="0">
                    <a:moveTo>
                      <a:pt x="1" y="616"/>
                    </a:moveTo>
                    <a:lnTo>
                      <a:pt x="1" y="616"/>
                    </a:lnTo>
                    <a:cubicBezTo>
                      <a:pt x="1" y="271"/>
                      <a:pt x="277" y="0"/>
                      <a:pt x="605" y="23"/>
                    </a:cubicBezTo>
                    <a:lnTo>
                      <a:pt x="1249" y="52"/>
                    </a:lnTo>
                    <a:cubicBezTo>
                      <a:pt x="1572" y="69"/>
                      <a:pt x="1831" y="345"/>
                      <a:pt x="1831" y="685"/>
                    </a:cubicBezTo>
                    <a:lnTo>
                      <a:pt x="1831" y="685"/>
                    </a:lnTo>
                    <a:cubicBezTo>
                      <a:pt x="1831" y="1019"/>
                      <a:pt x="1572" y="1283"/>
                      <a:pt x="1249" y="1278"/>
                    </a:cubicBezTo>
                    <a:lnTo>
                      <a:pt x="605" y="1260"/>
                    </a:lnTo>
                    <a:cubicBezTo>
                      <a:pt x="271" y="1249"/>
                      <a:pt x="1" y="961"/>
                      <a:pt x="1" y="6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3"/>
              <p:cNvSpPr/>
              <p:nvPr/>
            </p:nvSpPr>
            <p:spPr>
              <a:xfrm>
                <a:off x="1327972" y="1655083"/>
                <a:ext cx="269147" cy="433953"/>
              </a:xfrm>
              <a:custGeom>
                <a:avLst/>
                <a:gdLst/>
                <a:ahLst/>
                <a:cxnLst/>
                <a:rect l="l" t="t" r="r" b="b"/>
                <a:pathLst>
                  <a:path w="3506" h="5653" extrusionOk="0">
                    <a:moveTo>
                      <a:pt x="3355" y="3080"/>
                    </a:moveTo>
                    <a:cubicBezTo>
                      <a:pt x="3212" y="4570"/>
                      <a:pt x="2492" y="5652"/>
                      <a:pt x="1733" y="5635"/>
                    </a:cubicBezTo>
                    <a:cubicBezTo>
                      <a:pt x="1232" y="5629"/>
                      <a:pt x="426" y="5635"/>
                      <a:pt x="426" y="5635"/>
                    </a:cubicBezTo>
                    <a:cubicBezTo>
                      <a:pt x="0" y="5169"/>
                      <a:pt x="541" y="3903"/>
                      <a:pt x="651" y="2815"/>
                    </a:cubicBezTo>
                    <a:cubicBezTo>
                      <a:pt x="754" y="1739"/>
                      <a:pt x="162" y="335"/>
                      <a:pt x="979" y="1"/>
                    </a:cubicBezTo>
                    <a:cubicBezTo>
                      <a:pt x="979" y="1"/>
                      <a:pt x="1876" y="139"/>
                      <a:pt x="2268" y="260"/>
                    </a:cubicBezTo>
                    <a:cubicBezTo>
                      <a:pt x="2987" y="473"/>
                      <a:pt x="3505" y="1595"/>
                      <a:pt x="3355" y="308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3"/>
              <p:cNvSpPr/>
              <p:nvPr/>
            </p:nvSpPr>
            <p:spPr>
              <a:xfrm>
                <a:off x="1266558" y="1649786"/>
                <a:ext cx="231147" cy="443625"/>
              </a:xfrm>
              <a:custGeom>
                <a:avLst/>
                <a:gdLst/>
                <a:ahLst/>
                <a:cxnLst/>
                <a:rect l="l" t="t" r="r" b="b"/>
                <a:pathLst>
                  <a:path w="3011" h="5779" extrusionOk="0">
                    <a:moveTo>
                      <a:pt x="2861" y="3022"/>
                    </a:moveTo>
                    <a:cubicBezTo>
                      <a:pt x="2705" y="4576"/>
                      <a:pt x="1974" y="5779"/>
                      <a:pt x="1232" y="5704"/>
                    </a:cubicBezTo>
                    <a:cubicBezTo>
                      <a:pt x="484" y="5635"/>
                      <a:pt x="0" y="4311"/>
                      <a:pt x="162" y="2757"/>
                    </a:cubicBezTo>
                    <a:cubicBezTo>
                      <a:pt x="311" y="1204"/>
                      <a:pt x="1048" y="1"/>
                      <a:pt x="1784" y="70"/>
                    </a:cubicBezTo>
                    <a:cubicBezTo>
                      <a:pt x="2527" y="145"/>
                      <a:pt x="3010" y="1462"/>
                      <a:pt x="2861" y="30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3"/>
              <p:cNvSpPr/>
              <p:nvPr/>
            </p:nvSpPr>
            <p:spPr>
              <a:xfrm>
                <a:off x="936535" y="2478564"/>
                <a:ext cx="957444" cy="1122611"/>
              </a:xfrm>
              <a:custGeom>
                <a:avLst/>
                <a:gdLst/>
                <a:ahLst/>
                <a:cxnLst/>
                <a:rect l="l" t="t" r="r" b="b"/>
                <a:pathLst>
                  <a:path w="12472" h="14624" extrusionOk="0">
                    <a:moveTo>
                      <a:pt x="7908" y="47"/>
                    </a:moveTo>
                    <a:cubicBezTo>
                      <a:pt x="6774" y="1"/>
                      <a:pt x="5698" y="565"/>
                      <a:pt x="5042" y="1520"/>
                    </a:cubicBezTo>
                    <a:cubicBezTo>
                      <a:pt x="3321" y="4052"/>
                      <a:pt x="1" y="9404"/>
                      <a:pt x="990" y="11643"/>
                    </a:cubicBezTo>
                    <a:cubicBezTo>
                      <a:pt x="2314" y="14624"/>
                      <a:pt x="12471" y="3333"/>
                      <a:pt x="11211" y="1405"/>
                    </a:cubicBezTo>
                    <a:cubicBezTo>
                      <a:pt x="10543" y="381"/>
                      <a:pt x="9105" y="93"/>
                      <a:pt x="7908" y="4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3"/>
              <p:cNvSpPr/>
              <p:nvPr/>
            </p:nvSpPr>
            <p:spPr>
              <a:xfrm>
                <a:off x="2974297" y="4595200"/>
                <a:ext cx="715241" cy="165725"/>
              </a:xfrm>
              <a:custGeom>
                <a:avLst/>
                <a:gdLst/>
                <a:ahLst/>
                <a:cxnLst/>
                <a:rect l="l" t="t" r="r" b="b"/>
                <a:pathLst>
                  <a:path w="18704" h="2159" extrusionOk="0">
                    <a:moveTo>
                      <a:pt x="18704" y="1082"/>
                    </a:moveTo>
                    <a:cubicBezTo>
                      <a:pt x="18704" y="1675"/>
                      <a:pt x="14520" y="2158"/>
                      <a:pt x="9352" y="2158"/>
                    </a:cubicBezTo>
                    <a:cubicBezTo>
                      <a:pt x="4190" y="2158"/>
                      <a:pt x="1" y="1675"/>
                      <a:pt x="1" y="1082"/>
                    </a:cubicBezTo>
                    <a:cubicBezTo>
                      <a:pt x="1" y="484"/>
                      <a:pt x="4190" y="0"/>
                      <a:pt x="9352" y="0"/>
                    </a:cubicBezTo>
                    <a:cubicBezTo>
                      <a:pt x="14520" y="0"/>
                      <a:pt x="18704" y="484"/>
                      <a:pt x="18704" y="1082"/>
                    </a:cubicBezTo>
                    <a:close/>
                  </a:path>
                </a:pathLst>
              </a:custGeom>
              <a:solidFill>
                <a:srgbClr val="134F5C">
                  <a:alpha val="327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3"/>
              <p:cNvSpPr/>
              <p:nvPr/>
            </p:nvSpPr>
            <p:spPr>
              <a:xfrm>
                <a:off x="3386257" y="3189429"/>
                <a:ext cx="41992" cy="47364"/>
              </a:xfrm>
              <a:custGeom>
                <a:avLst/>
                <a:gdLst/>
                <a:ahLst/>
                <a:cxnLst/>
                <a:rect l="l" t="t" r="r" b="b"/>
                <a:pathLst>
                  <a:path w="547" h="617" extrusionOk="0">
                    <a:moveTo>
                      <a:pt x="0" y="311"/>
                    </a:moveTo>
                    <a:cubicBezTo>
                      <a:pt x="0" y="484"/>
                      <a:pt x="121" y="616"/>
                      <a:pt x="271" y="616"/>
                    </a:cubicBezTo>
                    <a:cubicBezTo>
                      <a:pt x="426" y="616"/>
                      <a:pt x="547" y="484"/>
                      <a:pt x="547" y="311"/>
                    </a:cubicBezTo>
                    <a:cubicBezTo>
                      <a:pt x="547" y="138"/>
                      <a:pt x="426" y="0"/>
                      <a:pt x="271" y="0"/>
                    </a:cubicBezTo>
                    <a:cubicBezTo>
                      <a:pt x="121" y="0"/>
                      <a:pt x="0" y="138"/>
                      <a:pt x="0" y="311"/>
                    </a:cubicBezTo>
                    <a:close/>
                  </a:path>
                </a:pathLst>
              </a:custGeom>
              <a:solidFill>
                <a:srgbClr val="6E3E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3"/>
              <p:cNvSpPr/>
              <p:nvPr/>
            </p:nvSpPr>
            <p:spPr>
              <a:xfrm>
                <a:off x="3298282" y="3187203"/>
                <a:ext cx="108780" cy="291170"/>
              </a:xfrm>
              <a:custGeom>
                <a:avLst/>
                <a:gdLst/>
                <a:ahLst/>
                <a:cxnLst/>
                <a:rect l="l" t="t" r="r" b="b"/>
                <a:pathLst>
                  <a:path w="1417" h="3793" extrusionOk="0">
                    <a:moveTo>
                      <a:pt x="1" y="1951"/>
                    </a:moveTo>
                    <a:cubicBezTo>
                      <a:pt x="1" y="1951"/>
                      <a:pt x="122" y="3684"/>
                      <a:pt x="496" y="3718"/>
                    </a:cubicBezTo>
                    <a:cubicBezTo>
                      <a:pt x="1215" y="3793"/>
                      <a:pt x="1417" y="1951"/>
                      <a:pt x="1417" y="1951"/>
                    </a:cubicBezTo>
                    <a:lnTo>
                      <a:pt x="1417" y="1"/>
                    </a:lnTo>
                    <a:lnTo>
                      <a:pt x="1" y="1"/>
                    </a:lnTo>
                    <a:lnTo>
                      <a:pt x="1" y="1951"/>
                    </a:lnTo>
                    <a:close/>
                  </a:path>
                </a:pathLst>
              </a:custGeom>
              <a:solidFill>
                <a:srgbClr val="6E3E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3"/>
              <p:cNvSpPr/>
              <p:nvPr/>
            </p:nvSpPr>
            <p:spPr>
              <a:xfrm>
                <a:off x="3298282" y="3185897"/>
                <a:ext cx="109701" cy="129963"/>
              </a:xfrm>
              <a:custGeom>
                <a:avLst/>
                <a:gdLst/>
                <a:ahLst/>
                <a:cxnLst/>
                <a:rect l="l" t="t" r="r" b="b"/>
                <a:pathLst>
                  <a:path w="1429" h="1693" extrusionOk="0">
                    <a:moveTo>
                      <a:pt x="398" y="1692"/>
                    </a:moveTo>
                    <a:lnTo>
                      <a:pt x="398" y="1692"/>
                    </a:lnTo>
                    <a:cubicBezTo>
                      <a:pt x="254" y="1692"/>
                      <a:pt x="122" y="1663"/>
                      <a:pt x="1" y="1606"/>
                    </a:cubicBezTo>
                    <a:lnTo>
                      <a:pt x="1" y="0"/>
                    </a:lnTo>
                    <a:lnTo>
                      <a:pt x="1417" y="0"/>
                    </a:lnTo>
                    <a:lnTo>
                      <a:pt x="1417" y="645"/>
                    </a:lnTo>
                    <a:cubicBezTo>
                      <a:pt x="1428" y="1226"/>
                      <a:pt x="956" y="1692"/>
                      <a:pt x="398" y="1692"/>
                    </a:cubicBezTo>
                    <a:close/>
                  </a:path>
                </a:pathLst>
              </a:custGeom>
              <a:solidFill>
                <a:srgbClr val="134F5C">
                  <a:alpha val="503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p:cNvSpPr/>
              <p:nvPr/>
            </p:nvSpPr>
            <p:spPr>
              <a:xfrm>
                <a:off x="3254140" y="3084258"/>
                <a:ext cx="153842" cy="216554"/>
              </a:xfrm>
              <a:custGeom>
                <a:avLst/>
                <a:gdLst/>
                <a:ahLst/>
                <a:cxnLst/>
                <a:rect l="l" t="t" r="r" b="b"/>
                <a:pathLst>
                  <a:path w="2004" h="2821" extrusionOk="0">
                    <a:moveTo>
                      <a:pt x="973" y="2821"/>
                    </a:moveTo>
                    <a:lnTo>
                      <a:pt x="973" y="2821"/>
                    </a:lnTo>
                    <a:cubicBezTo>
                      <a:pt x="1531" y="2821"/>
                      <a:pt x="2003" y="2349"/>
                      <a:pt x="2003" y="1779"/>
                    </a:cubicBezTo>
                    <a:lnTo>
                      <a:pt x="2003" y="944"/>
                    </a:lnTo>
                    <a:cubicBezTo>
                      <a:pt x="2003" y="403"/>
                      <a:pt x="1560" y="1"/>
                      <a:pt x="1031" y="29"/>
                    </a:cubicBezTo>
                    <a:lnTo>
                      <a:pt x="1031" y="29"/>
                    </a:lnTo>
                    <a:cubicBezTo>
                      <a:pt x="513" y="58"/>
                      <a:pt x="81" y="490"/>
                      <a:pt x="58" y="1008"/>
                    </a:cubicBezTo>
                    <a:lnTo>
                      <a:pt x="23" y="1813"/>
                    </a:lnTo>
                    <a:cubicBezTo>
                      <a:pt x="0" y="2372"/>
                      <a:pt x="421" y="2821"/>
                      <a:pt x="973" y="2821"/>
                    </a:cubicBezTo>
                    <a:close/>
                  </a:path>
                </a:pathLst>
              </a:custGeom>
              <a:solidFill>
                <a:srgbClr val="6E3E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3"/>
              <p:cNvSpPr/>
              <p:nvPr/>
            </p:nvSpPr>
            <p:spPr>
              <a:xfrm>
                <a:off x="3247538" y="3022844"/>
                <a:ext cx="193531" cy="195367"/>
              </a:xfrm>
              <a:custGeom>
                <a:avLst/>
                <a:gdLst/>
                <a:ahLst/>
                <a:cxnLst/>
                <a:rect l="l" t="t" r="r" b="b"/>
                <a:pathLst>
                  <a:path w="2521" h="2545" extrusionOk="0">
                    <a:moveTo>
                      <a:pt x="1473" y="1405"/>
                    </a:moveTo>
                    <a:cubicBezTo>
                      <a:pt x="1560" y="1319"/>
                      <a:pt x="1801" y="1911"/>
                      <a:pt x="1893" y="2055"/>
                    </a:cubicBezTo>
                    <a:cubicBezTo>
                      <a:pt x="1986" y="2199"/>
                      <a:pt x="1957" y="2544"/>
                      <a:pt x="1957" y="2544"/>
                    </a:cubicBezTo>
                    <a:lnTo>
                      <a:pt x="2089" y="2544"/>
                    </a:lnTo>
                    <a:lnTo>
                      <a:pt x="2089" y="2170"/>
                    </a:lnTo>
                    <a:cubicBezTo>
                      <a:pt x="2089" y="2170"/>
                      <a:pt x="2181" y="2147"/>
                      <a:pt x="2250" y="2228"/>
                    </a:cubicBezTo>
                    <a:cubicBezTo>
                      <a:pt x="2250" y="2228"/>
                      <a:pt x="2521" y="1652"/>
                      <a:pt x="2452" y="1336"/>
                    </a:cubicBezTo>
                    <a:cubicBezTo>
                      <a:pt x="2377" y="904"/>
                      <a:pt x="2262" y="893"/>
                      <a:pt x="2106" y="617"/>
                    </a:cubicBezTo>
                    <a:cubicBezTo>
                      <a:pt x="1784" y="24"/>
                      <a:pt x="6" y="1"/>
                      <a:pt x="6" y="1687"/>
                    </a:cubicBezTo>
                    <a:cubicBezTo>
                      <a:pt x="0" y="1693"/>
                      <a:pt x="1042" y="1854"/>
                      <a:pt x="1473" y="14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3"/>
              <p:cNvSpPr/>
              <p:nvPr/>
            </p:nvSpPr>
            <p:spPr>
              <a:xfrm>
                <a:off x="2855641" y="3298515"/>
                <a:ext cx="353054" cy="306216"/>
              </a:xfrm>
              <a:custGeom>
                <a:avLst/>
                <a:gdLst/>
                <a:ahLst/>
                <a:cxnLst/>
                <a:rect l="l" t="t" r="r" b="b"/>
                <a:pathLst>
                  <a:path w="4599" h="3989" extrusionOk="0">
                    <a:moveTo>
                      <a:pt x="449" y="329"/>
                    </a:moveTo>
                    <a:cubicBezTo>
                      <a:pt x="996" y="709"/>
                      <a:pt x="1399" y="588"/>
                      <a:pt x="1399" y="588"/>
                    </a:cubicBezTo>
                    <a:cubicBezTo>
                      <a:pt x="1399" y="588"/>
                      <a:pt x="1341" y="444"/>
                      <a:pt x="1313" y="231"/>
                    </a:cubicBezTo>
                    <a:cubicBezTo>
                      <a:pt x="1284" y="1"/>
                      <a:pt x="1577" y="133"/>
                      <a:pt x="1641" y="519"/>
                    </a:cubicBezTo>
                    <a:cubicBezTo>
                      <a:pt x="1681" y="789"/>
                      <a:pt x="2492" y="2360"/>
                      <a:pt x="3125" y="2763"/>
                    </a:cubicBezTo>
                    <a:lnTo>
                      <a:pt x="3586" y="2130"/>
                    </a:lnTo>
                    <a:lnTo>
                      <a:pt x="4599" y="2636"/>
                    </a:lnTo>
                    <a:cubicBezTo>
                      <a:pt x="4599" y="2636"/>
                      <a:pt x="3730" y="3989"/>
                      <a:pt x="3223" y="3960"/>
                    </a:cubicBezTo>
                    <a:cubicBezTo>
                      <a:pt x="2458" y="3914"/>
                      <a:pt x="1324" y="1439"/>
                      <a:pt x="1324" y="1439"/>
                    </a:cubicBezTo>
                    <a:cubicBezTo>
                      <a:pt x="939" y="916"/>
                      <a:pt x="214" y="916"/>
                      <a:pt x="104" y="801"/>
                    </a:cubicBezTo>
                    <a:cubicBezTo>
                      <a:pt x="1" y="674"/>
                      <a:pt x="208" y="156"/>
                      <a:pt x="449" y="329"/>
                    </a:cubicBezTo>
                    <a:close/>
                  </a:path>
                </a:pathLst>
              </a:custGeom>
              <a:solidFill>
                <a:srgbClr val="6E3E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p:cNvSpPr/>
              <p:nvPr/>
            </p:nvSpPr>
            <p:spPr>
              <a:xfrm>
                <a:off x="3091087" y="3331678"/>
                <a:ext cx="532459" cy="433876"/>
              </a:xfrm>
              <a:custGeom>
                <a:avLst/>
                <a:gdLst/>
                <a:ahLst/>
                <a:cxnLst/>
                <a:rect l="l" t="t" r="r" b="b"/>
                <a:pathLst>
                  <a:path w="6936" h="5652" extrusionOk="0">
                    <a:moveTo>
                      <a:pt x="6935" y="2492"/>
                    </a:moveTo>
                    <a:lnTo>
                      <a:pt x="5756" y="472"/>
                    </a:lnTo>
                    <a:cubicBezTo>
                      <a:pt x="5727" y="415"/>
                      <a:pt x="5687" y="357"/>
                      <a:pt x="5641" y="305"/>
                    </a:cubicBezTo>
                    <a:cubicBezTo>
                      <a:pt x="5635" y="300"/>
                      <a:pt x="5629" y="288"/>
                      <a:pt x="5629" y="282"/>
                    </a:cubicBezTo>
                    <a:lnTo>
                      <a:pt x="5595" y="248"/>
                    </a:lnTo>
                    <a:lnTo>
                      <a:pt x="5554" y="213"/>
                    </a:lnTo>
                    <a:lnTo>
                      <a:pt x="5543" y="196"/>
                    </a:lnTo>
                    <a:cubicBezTo>
                      <a:pt x="5428" y="104"/>
                      <a:pt x="5249" y="0"/>
                      <a:pt x="4996" y="0"/>
                    </a:cubicBezTo>
                    <a:lnTo>
                      <a:pt x="4087" y="0"/>
                    </a:lnTo>
                    <a:cubicBezTo>
                      <a:pt x="4087" y="0"/>
                      <a:pt x="3972" y="950"/>
                      <a:pt x="3091" y="731"/>
                    </a:cubicBezTo>
                    <a:cubicBezTo>
                      <a:pt x="2671" y="622"/>
                      <a:pt x="2706" y="0"/>
                      <a:pt x="2706" y="0"/>
                    </a:cubicBezTo>
                    <a:lnTo>
                      <a:pt x="2096" y="0"/>
                    </a:lnTo>
                    <a:cubicBezTo>
                      <a:pt x="1796" y="0"/>
                      <a:pt x="1526" y="161"/>
                      <a:pt x="1371" y="392"/>
                    </a:cubicBezTo>
                    <a:lnTo>
                      <a:pt x="53" y="1899"/>
                    </a:lnTo>
                    <a:cubicBezTo>
                      <a:pt x="1" y="2009"/>
                      <a:pt x="904" y="3189"/>
                      <a:pt x="1140" y="2930"/>
                    </a:cubicBezTo>
                    <a:lnTo>
                      <a:pt x="1227" y="2814"/>
                    </a:lnTo>
                    <a:lnTo>
                      <a:pt x="1227" y="5652"/>
                    </a:lnTo>
                    <a:lnTo>
                      <a:pt x="5859" y="5652"/>
                    </a:lnTo>
                    <a:lnTo>
                      <a:pt x="5859" y="3096"/>
                    </a:lnTo>
                    <a:lnTo>
                      <a:pt x="5859" y="3327"/>
                    </a:lnTo>
                    <a:cubicBezTo>
                      <a:pt x="6182" y="3235"/>
                      <a:pt x="6792" y="2907"/>
                      <a:pt x="6935" y="249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p:cNvSpPr/>
              <p:nvPr/>
            </p:nvSpPr>
            <p:spPr>
              <a:xfrm>
                <a:off x="3170618" y="3763724"/>
                <a:ext cx="221014" cy="831518"/>
              </a:xfrm>
              <a:custGeom>
                <a:avLst/>
                <a:gdLst/>
                <a:ahLst/>
                <a:cxnLst/>
                <a:rect l="l" t="t" r="r" b="b"/>
                <a:pathLst>
                  <a:path w="2879" h="10832" extrusionOk="0">
                    <a:moveTo>
                      <a:pt x="1" y="10831"/>
                    </a:moveTo>
                    <a:lnTo>
                      <a:pt x="1324" y="10831"/>
                    </a:lnTo>
                    <a:lnTo>
                      <a:pt x="2878" y="1"/>
                    </a:lnTo>
                    <a:lnTo>
                      <a:pt x="24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3"/>
              <p:cNvSpPr/>
              <p:nvPr/>
            </p:nvSpPr>
            <p:spPr>
              <a:xfrm>
                <a:off x="3236484" y="3763724"/>
                <a:ext cx="155147" cy="831518"/>
              </a:xfrm>
              <a:custGeom>
                <a:avLst/>
                <a:gdLst/>
                <a:ahLst/>
                <a:cxnLst/>
                <a:rect l="l" t="t" r="r" b="b"/>
                <a:pathLst>
                  <a:path w="2021" h="10832" extrusionOk="0">
                    <a:moveTo>
                      <a:pt x="1554" y="1"/>
                    </a:moveTo>
                    <a:lnTo>
                      <a:pt x="0" y="10831"/>
                    </a:lnTo>
                    <a:lnTo>
                      <a:pt x="466" y="10831"/>
                    </a:lnTo>
                    <a:lnTo>
                      <a:pt x="2020" y="1"/>
                    </a:lnTo>
                    <a:close/>
                  </a:path>
                </a:pathLst>
              </a:custGeom>
              <a:solidFill>
                <a:srgbClr val="FFFFFF">
                  <a:alpha val="29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3"/>
              <p:cNvSpPr/>
              <p:nvPr/>
            </p:nvSpPr>
            <p:spPr>
              <a:xfrm>
                <a:off x="3316015" y="3763724"/>
                <a:ext cx="222703" cy="831518"/>
              </a:xfrm>
              <a:custGeom>
                <a:avLst/>
                <a:gdLst/>
                <a:ahLst/>
                <a:cxnLst/>
                <a:rect l="l" t="t" r="r" b="b"/>
                <a:pathLst>
                  <a:path w="2901" h="10832" extrusionOk="0">
                    <a:moveTo>
                      <a:pt x="1600" y="10831"/>
                    </a:moveTo>
                    <a:lnTo>
                      <a:pt x="2901" y="10831"/>
                    </a:lnTo>
                    <a:lnTo>
                      <a:pt x="2849" y="1"/>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3"/>
              <p:cNvSpPr/>
              <p:nvPr/>
            </p:nvSpPr>
            <p:spPr>
              <a:xfrm>
                <a:off x="3427328" y="3763724"/>
                <a:ext cx="111390" cy="831518"/>
              </a:xfrm>
              <a:custGeom>
                <a:avLst/>
                <a:gdLst/>
                <a:ahLst/>
                <a:cxnLst/>
                <a:rect l="l" t="t" r="r" b="b"/>
                <a:pathLst>
                  <a:path w="1451" h="10832" extrusionOk="0">
                    <a:moveTo>
                      <a:pt x="0" y="1"/>
                    </a:moveTo>
                    <a:cubicBezTo>
                      <a:pt x="0" y="1100"/>
                      <a:pt x="829" y="1129"/>
                      <a:pt x="818" y="2210"/>
                    </a:cubicBezTo>
                    <a:cubicBezTo>
                      <a:pt x="766" y="5531"/>
                      <a:pt x="818" y="10831"/>
                      <a:pt x="818" y="10831"/>
                    </a:cubicBezTo>
                    <a:lnTo>
                      <a:pt x="1451" y="10831"/>
                    </a:lnTo>
                    <a:lnTo>
                      <a:pt x="1399" y="1"/>
                    </a:lnTo>
                    <a:close/>
                  </a:path>
                </a:pathLst>
              </a:custGeom>
              <a:solidFill>
                <a:srgbClr val="FFFFFF">
                  <a:alpha val="29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3"/>
              <p:cNvSpPr/>
              <p:nvPr/>
            </p:nvSpPr>
            <p:spPr>
              <a:xfrm>
                <a:off x="3185203" y="3415201"/>
                <a:ext cx="51357" cy="255858"/>
              </a:xfrm>
              <a:custGeom>
                <a:avLst/>
                <a:gdLst/>
                <a:ahLst/>
                <a:cxnLst/>
                <a:rect l="l" t="t" r="r" b="b"/>
                <a:pathLst>
                  <a:path w="669" h="3333" extrusionOk="0">
                    <a:moveTo>
                      <a:pt x="668" y="0"/>
                    </a:moveTo>
                    <a:lnTo>
                      <a:pt x="668" y="0"/>
                    </a:lnTo>
                    <a:cubicBezTo>
                      <a:pt x="404" y="46"/>
                      <a:pt x="317" y="512"/>
                      <a:pt x="1" y="806"/>
                    </a:cubicBezTo>
                    <a:lnTo>
                      <a:pt x="1" y="3332"/>
                    </a:lnTo>
                    <a:cubicBezTo>
                      <a:pt x="58" y="3102"/>
                      <a:pt x="317" y="1514"/>
                      <a:pt x="668" y="0"/>
                    </a:cubicBezTo>
                    <a:close/>
                  </a:path>
                </a:pathLst>
              </a:custGeom>
              <a:solidFill>
                <a:srgbClr val="134F5C">
                  <a:alpha val="503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3"/>
              <p:cNvSpPr/>
              <p:nvPr/>
            </p:nvSpPr>
            <p:spPr>
              <a:xfrm>
                <a:off x="3450742" y="4594729"/>
                <a:ext cx="213414" cy="86207"/>
              </a:xfrm>
              <a:custGeom>
                <a:avLst/>
                <a:gdLst/>
                <a:ahLst/>
                <a:cxnLst/>
                <a:rect l="l" t="t" r="r" b="b"/>
                <a:pathLst>
                  <a:path w="2780" h="1123" extrusionOk="0">
                    <a:moveTo>
                      <a:pt x="0" y="6"/>
                    </a:moveTo>
                    <a:lnTo>
                      <a:pt x="0" y="1123"/>
                    </a:lnTo>
                    <a:lnTo>
                      <a:pt x="2671" y="1123"/>
                    </a:lnTo>
                    <a:cubicBezTo>
                      <a:pt x="2671" y="1123"/>
                      <a:pt x="2780" y="564"/>
                      <a:pt x="1802" y="518"/>
                    </a:cubicBezTo>
                    <a:cubicBezTo>
                      <a:pt x="1088" y="490"/>
                      <a:pt x="1007" y="0"/>
                      <a:pt x="1007" y="0"/>
                    </a:cubicBez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3"/>
              <p:cNvSpPr/>
              <p:nvPr/>
            </p:nvSpPr>
            <p:spPr>
              <a:xfrm>
                <a:off x="3170618" y="4595190"/>
                <a:ext cx="87592" cy="86207"/>
              </a:xfrm>
              <a:custGeom>
                <a:avLst/>
                <a:gdLst/>
                <a:ahLst/>
                <a:cxnLst/>
                <a:rect l="l" t="t" r="r" b="b"/>
                <a:pathLst>
                  <a:path w="1141" h="1123" extrusionOk="0">
                    <a:moveTo>
                      <a:pt x="1" y="1122"/>
                    </a:moveTo>
                    <a:lnTo>
                      <a:pt x="1140" y="1122"/>
                    </a:lnTo>
                    <a:lnTo>
                      <a:pt x="1140" y="0"/>
                    </a:lnTo>
                    <a:lnTo>
                      <a:pt x="3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3"/>
              <p:cNvSpPr/>
              <p:nvPr/>
            </p:nvSpPr>
            <p:spPr>
              <a:xfrm>
                <a:off x="3132234" y="4622979"/>
                <a:ext cx="113155" cy="58418"/>
              </a:xfrm>
              <a:custGeom>
                <a:avLst/>
                <a:gdLst/>
                <a:ahLst/>
                <a:cxnLst/>
                <a:rect l="l" t="t" r="r" b="b"/>
                <a:pathLst>
                  <a:path w="1474" h="761" extrusionOk="0">
                    <a:moveTo>
                      <a:pt x="0" y="760"/>
                    </a:moveTo>
                    <a:lnTo>
                      <a:pt x="1473" y="760"/>
                    </a:lnTo>
                    <a:lnTo>
                      <a:pt x="1473" y="398"/>
                    </a:lnTo>
                    <a:cubicBezTo>
                      <a:pt x="1473" y="173"/>
                      <a:pt x="1295" y="1"/>
                      <a:pt x="1076" y="1"/>
                    </a:cubicBezTo>
                    <a:lnTo>
                      <a:pt x="397" y="1"/>
                    </a:lnTo>
                    <a:cubicBezTo>
                      <a:pt x="173" y="1"/>
                      <a:pt x="0" y="179"/>
                      <a:pt x="0" y="3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p:cNvSpPr/>
              <p:nvPr/>
            </p:nvSpPr>
            <p:spPr>
              <a:xfrm>
                <a:off x="3408750" y="3388179"/>
                <a:ext cx="129967" cy="375611"/>
              </a:xfrm>
              <a:custGeom>
                <a:avLst/>
                <a:gdLst/>
                <a:ahLst/>
                <a:cxnLst/>
                <a:rect l="l" t="t" r="r" b="b"/>
                <a:pathLst>
                  <a:path w="1693" h="4893" extrusionOk="0">
                    <a:moveTo>
                      <a:pt x="1290" y="1"/>
                    </a:moveTo>
                    <a:lnTo>
                      <a:pt x="1290" y="1"/>
                    </a:lnTo>
                    <a:cubicBezTo>
                      <a:pt x="1272" y="864"/>
                      <a:pt x="1301" y="2424"/>
                      <a:pt x="1226" y="2907"/>
                    </a:cubicBezTo>
                    <a:cubicBezTo>
                      <a:pt x="985" y="4415"/>
                      <a:pt x="1" y="4893"/>
                      <a:pt x="1" y="4893"/>
                    </a:cubicBezTo>
                    <a:lnTo>
                      <a:pt x="1693" y="4893"/>
                    </a:lnTo>
                    <a:lnTo>
                      <a:pt x="1693" y="1969"/>
                    </a:lnTo>
                    <a:cubicBezTo>
                      <a:pt x="1693" y="1497"/>
                      <a:pt x="1503" y="519"/>
                      <a:pt x="1290" y="1"/>
                    </a:cubicBezTo>
                    <a:close/>
                  </a:path>
                </a:pathLst>
              </a:custGeom>
              <a:solidFill>
                <a:srgbClr val="134F5C">
                  <a:alpha val="503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3"/>
              <p:cNvSpPr/>
              <p:nvPr/>
            </p:nvSpPr>
            <p:spPr>
              <a:xfrm>
                <a:off x="3481679" y="3541099"/>
                <a:ext cx="160828" cy="295622"/>
              </a:xfrm>
              <a:custGeom>
                <a:avLst/>
                <a:gdLst/>
                <a:ahLst/>
                <a:cxnLst/>
                <a:rect l="l" t="t" r="r" b="b"/>
                <a:pathLst>
                  <a:path w="2095" h="3851" extrusionOk="0">
                    <a:moveTo>
                      <a:pt x="1715" y="0"/>
                    </a:moveTo>
                    <a:cubicBezTo>
                      <a:pt x="1715" y="0"/>
                      <a:pt x="1324" y="409"/>
                      <a:pt x="823" y="593"/>
                    </a:cubicBezTo>
                    <a:cubicBezTo>
                      <a:pt x="863" y="639"/>
                      <a:pt x="984" y="863"/>
                      <a:pt x="1042" y="1024"/>
                    </a:cubicBezTo>
                    <a:lnTo>
                      <a:pt x="363" y="2935"/>
                    </a:lnTo>
                    <a:cubicBezTo>
                      <a:pt x="363" y="2935"/>
                      <a:pt x="104" y="2941"/>
                      <a:pt x="0" y="3079"/>
                    </a:cubicBezTo>
                    <a:lnTo>
                      <a:pt x="484" y="3850"/>
                    </a:lnTo>
                    <a:lnTo>
                      <a:pt x="806" y="3229"/>
                    </a:lnTo>
                    <a:lnTo>
                      <a:pt x="1980" y="1347"/>
                    </a:lnTo>
                    <a:cubicBezTo>
                      <a:pt x="2072" y="1157"/>
                      <a:pt x="2095" y="909"/>
                      <a:pt x="1715" y="0"/>
                    </a:cubicBezTo>
                    <a:close/>
                  </a:path>
                </a:pathLst>
              </a:custGeom>
              <a:solidFill>
                <a:srgbClr val="6E3E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3"/>
              <p:cNvSpPr/>
              <p:nvPr/>
            </p:nvSpPr>
            <p:spPr>
              <a:xfrm>
                <a:off x="2824704" y="1073725"/>
                <a:ext cx="979553" cy="884026"/>
              </a:xfrm>
              <a:custGeom>
                <a:avLst/>
                <a:gdLst/>
                <a:ahLst/>
                <a:cxnLst/>
                <a:rect l="l" t="t" r="r" b="b"/>
                <a:pathLst>
                  <a:path w="12760" h="11516" extrusionOk="0">
                    <a:moveTo>
                      <a:pt x="6377" y="0"/>
                    </a:moveTo>
                    <a:cubicBezTo>
                      <a:pt x="2855" y="0"/>
                      <a:pt x="1" y="2274"/>
                      <a:pt x="1" y="5076"/>
                    </a:cubicBezTo>
                    <a:cubicBezTo>
                      <a:pt x="1" y="6877"/>
                      <a:pt x="1169" y="8460"/>
                      <a:pt x="2947" y="9358"/>
                    </a:cubicBezTo>
                    <a:cubicBezTo>
                      <a:pt x="2717" y="9847"/>
                      <a:pt x="2303" y="10474"/>
                      <a:pt x="1601" y="10739"/>
                    </a:cubicBezTo>
                    <a:cubicBezTo>
                      <a:pt x="852" y="11027"/>
                      <a:pt x="3828" y="11516"/>
                      <a:pt x="5387" y="10094"/>
                    </a:cubicBezTo>
                    <a:cubicBezTo>
                      <a:pt x="5710" y="10135"/>
                      <a:pt x="6043" y="10158"/>
                      <a:pt x="6377" y="10158"/>
                    </a:cubicBezTo>
                    <a:cubicBezTo>
                      <a:pt x="9905" y="10158"/>
                      <a:pt x="12759" y="7885"/>
                      <a:pt x="12759" y="5082"/>
                    </a:cubicBezTo>
                    <a:cubicBezTo>
                      <a:pt x="12759" y="2274"/>
                      <a:pt x="9905" y="0"/>
                      <a:pt x="63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5" name="Google Shape;425;p33"/>
              <p:cNvGrpSpPr/>
              <p:nvPr/>
            </p:nvGrpSpPr>
            <p:grpSpPr>
              <a:xfrm>
                <a:off x="3050673" y="1341842"/>
                <a:ext cx="527533" cy="273512"/>
                <a:chOff x="7999109" y="908965"/>
                <a:chExt cx="502460" cy="260513"/>
              </a:xfrm>
            </p:grpSpPr>
            <p:sp>
              <p:nvSpPr>
                <p:cNvPr id="426" name="Google Shape;426;p33"/>
                <p:cNvSpPr/>
                <p:nvPr/>
              </p:nvSpPr>
              <p:spPr>
                <a:xfrm>
                  <a:off x="7999109" y="908965"/>
                  <a:ext cx="178480" cy="31220"/>
                </a:xfrm>
                <a:custGeom>
                  <a:avLst/>
                  <a:gdLst/>
                  <a:ahLst/>
                  <a:cxnLst/>
                  <a:rect l="l" t="t" r="r" b="b"/>
                  <a:pathLst>
                    <a:path w="2441" h="427" extrusionOk="0">
                      <a:moveTo>
                        <a:pt x="0" y="1"/>
                      </a:moveTo>
                      <a:lnTo>
                        <a:pt x="2440" y="1"/>
                      </a:lnTo>
                      <a:lnTo>
                        <a:pt x="2440" y="426"/>
                      </a:lnTo>
                      <a:lnTo>
                        <a:pt x="0" y="42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3"/>
                <p:cNvSpPr/>
                <p:nvPr/>
              </p:nvSpPr>
              <p:spPr>
                <a:xfrm>
                  <a:off x="7999109" y="1061705"/>
                  <a:ext cx="234853" cy="31220"/>
                </a:xfrm>
                <a:custGeom>
                  <a:avLst/>
                  <a:gdLst/>
                  <a:ahLst/>
                  <a:cxnLst/>
                  <a:rect l="l" t="t" r="r" b="b"/>
                  <a:pathLst>
                    <a:path w="3212" h="427" extrusionOk="0">
                      <a:moveTo>
                        <a:pt x="0" y="1"/>
                      </a:moveTo>
                      <a:lnTo>
                        <a:pt x="3211" y="1"/>
                      </a:lnTo>
                      <a:lnTo>
                        <a:pt x="3211" y="426"/>
                      </a:lnTo>
                      <a:lnTo>
                        <a:pt x="0" y="42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3"/>
                <p:cNvSpPr/>
                <p:nvPr/>
              </p:nvSpPr>
              <p:spPr>
                <a:xfrm>
                  <a:off x="8266715" y="1061705"/>
                  <a:ext cx="234853" cy="31220"/>
                </a:xfrm>
                <a:custGeom>
                  <a:avLst/>
                  <a:gdLst/>
                  <a:ahLst/>
                  <a:cxnLst/>
                  <a:rect l="l" t="t" r="r" b="b"/>
                  <a:pathLst>
                    <a:path w="3212" h="427" extrusionOk="0">
                      <a:moveTo>
                        <a:pt x="0" y="1"/>
                      </a:moveTo>
                      <a:lnTo>
                        <a:pt x="3211" y="1"/>
                      </a:lnTo>
                      <a:lnTo>
                        <a:pt x="3211" y="426"/>
                      </a:lnTo>
                      <a:lnTo>
                        <a:pt x="0" y="42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429" name="Google Shape;429;p33"/>
                <p:cNvSpPr/>
                <p:nvPr/>
              </p:nvSpPr>
              <p:spPr>
                <a:xfrm>
                  <a:off x="8216192" y="908965"/>
                  <a:ext cx="285378" cy="31220"/>
                </a:xfrm>
                <a:custGeom>
                  <a:avLst/>
                  <a:gdLst/>
                  <a:ahLst/>
                  <a:cxnLst/>
                  <a:rect l="l" t="t" r="r" b="b"/>
                  <a:pathLst>
                    <a:path w="3903" h="427" extrusionOk="0">
                      <a:moveTo>
                        <a:pt x="1" y="1"/>
                      </a:moveTo>
                      <a:lnTo>
                        <a:pt x="3902" y="1"/>
                      </a:lnTo>
                      <a:lnTo>
                        <a:pt x="3902" y="426"/>
                      </a:lnTo>
                      <a:lnTo>
                        <a:pt x="1" y="42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3"/>
                <p:cNvSpPr/>
                <p:nvPr/>
              </p:nvSpPr>
              <p:spPr>
                <a:xfrm>
                  <a:off x="7999109" y="985591"/>
                  <a:ext cx="104412" cy="30781"/>
                </a:xfrm>
                <a:custGeom>
                  <a:avLst/>
                  <a:gdLst/>
                  <a:ahLst/>
                  <a:cxnLst/>
                  <a:rect l="l" t="t" r="r" b="b"/>
                  <a:pathLst>
                    <a:path w="1428" h="421" extrusionOk="0">
                      <a:moveTo>
                        <a:pt x="0" y="0"/>
                      </a:moveTo>
                      <a:lnTo>
                        <a:pt x="1427" y="0"/>
                      </a:lnTo>
                      <a:lnTo>
                        <a:pt x="1427" y="420"/>
                      </a:lnTo>
                      <a:lnTo>
                        <a:pt x="0" y="42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3"/>
                <p:cNvSpPr/>
                <p:nvPr/>
              </p:nvSpPr>
              <p:spPr>
                <a:xfrm>
                  <a:off x="8141759" y="985591"/>
                  <a:ext cx="144334" cy="30781"/>
                </a:xfrm>
                <a:custGeom>
                  <a:avLst/>
                  <a:gdLst/>
                  <a:ahLst/>
                  <a:cxnLst/>
                  <a:rect l="l" t="t" r="r" b="b"/>
                  <a:pathLst>
                    <a:path w="1974" h="421" extrusionOk="0">
                      <a:moveTo>
                        <a:pt x="0" y="0"/>
                      </a:moveTo>
                      <a:lnTo>
                        <a:pt x="1974" y="0"/>
                      </a:lnTo>
                      <a:lnTo>
                        <a:pt x="1974" y="420"/>
                      </a:lnTo>
                      <a:lnTo>
                        <a:pt x="0" y="42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3"/>
                <p:cNvSpPr/>
                <p:nvPr/>
              </p:nvSpPr>
              <p:spPr>
                <a:xfrm>
                  <a:off x="8328937" y="985591"/>
                  <a:ext cx="172630" cy="30781"/>
                </a:xfrm>
                <a:custGeom>
                  <a:avLst/>
                  <a:gdLst/>
                  <a:ahLst/>
                  <a:cxnLst/>
                  <a:rect l="l" t="t" r="r" b="b"/>
                  <a:pathLst>
                    <a:path w="2361" h="421" extrusionOk="0">
                      <a:moveTo>
                        <a:pt x="1" y="0"/>
                      </a:moveTo>
                      <a:lnTo>
                        <a:pt x="2360" y="0"/>
                      </a:lnTo>
                      <a:lnTo>
                        <a:pt x="2360" y="420"/>
                      </a:lnTo>
                      <a:lnTo>
                        <a:pt x="1" y="42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3"/>
                <p:cNvSpPr/>
                <p:nvPr/>
              </p:nvSpPr>
              <p:spPr>
                <a:xfrm>
                  <a:off x="7999109" y="1138696"/>
                  <a:ext cx="142287" cy="30781"/>
                </a:xfrm>
                <a:custGeom>
                  <a:avLst/>
                  <a:gdLst/>
                  <a:ahLst/>
                  <a:cxnLst/>
                  <a:rect l="l" t="t" r="r" b="b"/>
                  <a:pathLst>
                    <a:path w="1946" h="421" extrusionOk="0">
                      <a:moveTo>
                        <a:pt x="0" y="1"/>
                      </a:moveTo>
                      <a:lnTo>
                        <a:pt x="1945" y="1"/>
                      </a:lnTo>
                      <a:lnTo>
                        <a:pt x="1945" y="421"/>
                      </a:lnTo>
                      <a:lnTo>
                        <a:pt x="0" y="42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34" name="Google Shape;434;p33"/>
            <p:cNvSpPr/>
            <p:nvPr/>
          </p:nvSpPr>
          <p:spPr>
            <a:xfrm>
              <a:off x="1049321" y="900579"/>
              <a:ext cx="136492" cy="136492"/>
            </a:xfrm>
            <a:custGeom>
              <a:avLst/>
              <a:gdLst/>
              <a:ahLst/>
              <a:cxnLst/>
              <a:rect l="l" t="t" r="r" b="b"/>
              <a:pathLst>
                <a:path w="4231" h="4231" extrusionOk="0">
                  <a:moveTo>
                    <a:pt x="4231" y="2118"/>
                  </a:moveTo>
                  <a:cubicBezTo>
                    <a:pt x="4231" y="3287"/>
                    <a:pt x="3287" y="4230"/>
                    <a:pt x="2119" y="4230"/>
                  </a:cubicBezTo>
                  <a:cubicBezTo>
                    <a:pt x="950" y="4230"/>
                    <a:pt x="1" y="3287"/>
                    <a:pt x="1" y="2118"/>
                  </a:cubicBezTo>
                  <a:cubicBezTo>
                    <a:pt x="1" y="950"/>
                    <a:pt x="950" y="1"/>
                    <a:pt x="2119" y="1"/>
                  </a:cubicBezTo>
                  <a:cubicBezTo>
                    <a:pt x="3287" y="1"/>
                    <a:pt x="4231" y="950"/>
                    <a:pt x="4231" y="211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3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454" name="Google Shape;454;p35"/>
          <p:cNvSpPr txBox="1">
            <a:spLocks noGrp="1"/>
          </p:cNvSpPr>
          <p:nvPr>
            <p:ph type="title" idx="5"/>
          </p:nvPr>
        </p:nvSpPr>
        <p:spPr>
          <a:xfrm>
            <a:off x="1986273" y="1401350"/>
            <a:ext cx="590400" cy="36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455" name="Google Shape;455;p35"/>
          <p:cNvSpPr txBox="1">
            <a:spLocks noGrp="1"/>
          </p:cNvSpPr>
          <p:nvPr>
            <p:ph type="title" idx="7"/>
          </p:nvPr>
        </p:nvSpPr>
        <p:spPr>
          <a:xfrm>
            <a:off x="1986273" y="2219667"/>
            <a:ext cx="590400" cy="36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457" name="Google Shape;457;p35"/>
          <p:cNvSpPr txBox="1">
            <a:spLocks noGrp="1"/>
          </p:cNvSpPr>
          <p:nvPr>
            <p:ph type="title" idx="6"/>
          </p:nvPr>
        </p:nvSpPr>
        <p:spPr>
          <a:xfrm>
            <a:off x="1986273" y="3037983"/>
            <a:ext cx="590400" cy="36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458" name="Google Shape;458;p35"/>
          <p:cNvSpPr txBox="1">
            <a:spLocks noGrp="1"/>
          </p:cNvSpPr>
          <p:nvPr>
            <p:ph type="subTitle" idx="9"/>
          </p:nvPr>
        </p:nvSpPr>
        <p:spPr>
          <a:xfrm>
            <a:off x="2917223" y="1401350"/>
            <a:ext cx="4240500" cy="363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Introduction</a:t>
            </a:r>
            <a:endParaRPr dirty="0"/>
          </a:p>
        </p:txBody>
      </p:sp>
      <p:sp>
        <p:nvSpPr>
          <p:cNvPr id="459" name="Google Shape;459;p35"/>
          <p:cNvSpPr txBox="1">
            <a:spLocks noGrp="1"/>
          </p:cNvSpPr>
          <p:nvPr>
            <p:ph type="subTitle" idx="13"/>
          </p:nvPr>
        </p:nvSpPr>
        <p:spPr>
          <a:xfrm>
            <a:off x="2917227" y="2219700"/>
            <a:ext cx="4240500" cy="363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Methodology</a:t>
            </a:r>
            <a:endParaRPr dirty="0"/>
          </a:p>
        </p:txBody>
      </p:sp>
      <p:sp>
        <p:nvSpPr>
          <p:cNvPr id="460" name="Google Shape;460;p35"/>
          <p:cNvSpPr txBox="1">
            <a:spLocks noGrp="1"/>
          </p:cNvSpPr>
          <p:nvPr>
            <p:ph type="subTitle" idx="14"/>
          </p:nvPr>
        </p:nvSpPr>
        <p:spPr>
          <a:xfrm>
            <a:off x="2917223" y="3037976"/>
            <a:ext cx="4240500" cy="363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Results</a:t>
            </a:r>
            <a:endParaRPr dirty="0"/>
          </a:p>
        </p:txBody>
      </p:sp>
      <p:sp>
        <p:nvSpPr>
          <p:cNvPr id="2" name="Google Shape;457;p35">
            <a:extLst>
              <a:ext uri="{FF2B5EF4-FFF2-40B4-BE49-F238E27FC236}">
                <a16:creationId xmlns:a16="http://schemas.microsoft.com/office/drawing/2014/main" id="{931037D4-B88E-082C-BC0D-DB3D60FDD526}"/>
              </a:ext>
            </a:extLst>
          </p:cNvPr>
          <p:cNvSpPr txBox="1">
            <a:spLocks/>
          </p:cNvSpPr>
          <p:nvPr/>
        </p:nvSpPr>
        <p:spPr>
          <a:xfrm>
            <a:off x="1986273" y="3856299"/>
            <a:ext cx="590400" cy="3636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Sora"/>
              <a:buNone/>
              <a:defRPr sz="2000" b="1" i="0" u="none" strike="noStrike" cap="none">
                <a:solidFill>
                  <a:schemeClr val="accent2"/>
                </a:solidFill>
                <a:latin typeface="Sora"/>
                <a:ea typeface="Sora"/>
                <a:cs typeface="Sora"/>
                <a:sym typeface="Sora"/>
              </a:defRPr>
            </a:lvl1pPr>
            <a:lvl2pPr marR="0" lvl="1"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2pPr>
            <a:lvl3pPr marR="0" lvl="2"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3pPr>
            <a:lvl4pPr marR="0" lvl="3"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4pPr>
            <a:lvl5pPr marR="0" lvl="4"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5pPr>
            <a:lvl6pPr marR="0" lvl="5"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6pPr>
            <a:lvl7pPr marR="0" lvl="6"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7pPr>
            <a:lvl8pPr marR="0" lvl="7"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8pPr>
            <a:lvl9pPr marR="0" lvl="8"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9pPr>
          </a:lstStyle>
          <a:p>
            <a:r>
              <a:rPr lang="en" dirty="0"/>
              <a:t>04</a:t>
            </a:r>
          </a:p>
        </p:txBody>
      </p:sp>
      <p:sp>
        <p:nvSpPr>
          <p:cNvPr id="3" name="Google Shape;460;p35">
            <a:extLst>
              <a:ext uri="{FF2B5EF4-FFF2-40B4-BE49-F238E27FC236}">
                <a16:creationId xmlns:a16="http://schemas.microsoft.com/office/drawing/2014/main" id="{A9EE4D1D-C64F-A86F-324E-BACD1409140D}"/>
              </a:ext>
            </a:extLst>
          </p:cNvPr>
          <p:cNvSpPr txBox="1">
            <a:spLocks/>
          </p:cNvSpPr>
          <p:nvPr/>
        </p:nvSpPr>
        <p:spPr>
          <a:xfrm>
            <a:off x="2917223" y="3856299"/>
            <a:ext cx="4240500" cy="363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Sora"/>
              <a:buNone/>
              <a:defRPr sz="2000" b="1" i="0" u="none" strike="noStrike" cap="none">
                <a:solidFill>
                  <a:schemeClr val="dk1"/>
                </a:solidFill>
                <a:latin typeface="Sora"/>
                <a:ea typeface="Sora"/>
                <a:cs typeface="Sora"/>
                <a:sym typeface="Sora"/>
              </a:defRPr>
            </a:lvl1pPr>
            <a:lvl2pPr marL="914400" marR="0" lvl="1"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2pPr>
            <a:lvl3pPr marL="1371600" marR="0" lvl="2"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3pPr>
            <a:lvl4pPr marL="1828800" marR="0" lvl="3"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4pPr>
            <a:lvl5pPr marL="2286000" marR="0" lvl="4"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5pPr>
            <a:lvl6pPr marL="2743200" marR="0" lvl="5"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6pPr>
            <a:lvl7pPr marL="3200400" marR="0" lvl="6"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7pPr>
            <a:lvl8pPr marL="3657600" marR="0" lvl="7"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8pPr>
            <a:lvl9pPr marL="4114800" marR="0" lvl="8"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9pPr>
          </a:lstStyle>
          <a:p>
            <a:pPr marL="0" indent="0"/>
            <a:r>
              <a:rPr lang="en-US" dirty="0"/>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36"/>
          <p:cNvSpPr txBox="1">
            <a:spLocks noGrp="1"/>
          </p:cNvSpPr>
          <p:nvPr>
            <p:ph type="title"/>
          </p:nvPr>
        </p:nvSpPr>
        <p:spPr>
          <a:xfrm>
            <a:off x="720000" y="2303250"/>
            <a:ext cx="4044900" cy="84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Introduction</a:t>
            </a:r>
            <a:endParaRPr dirty="0"/>
          </a:p>
        </p:txBody>
      </p:sp>
      <p:sp>
        <p:nvSpPr>
          <p:cNvPr id="467" name="Google Shape;467;p36"/>
          <p:cNvSpPr txBox="1">
            <a:spLocks noGrp="1"/>
          </p:cNvSpPr>
          <p:nvPr>
            <p:ph type="subTitle" idx="1"/>
          </p:nvPr>
        </p:nvSpPr>
        <p:spPr>
          <a:xfrm>
            <a:off x="720000" y="3311500"/>
            <a:ext cx="4044900" cy="365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You can enter a subtitle here if you need it</a:t>
            </a:r>
            <a:endParaRPr/>
          </a:p>
        </p:txBody>
      </p:sp>
      <p:sp>
        <p:nvSpPr>
          <p:cNvPr id="468" name="Google Shape;468;p36"/>
          <p:cNvSpPr txBox="1">
            <a:spLocks noGrp="1"/>
          </p:cNvSpPr>
          <p:nvPr>
            <p:ph type="title" idx="2"/>
          </p:nvPr>
        </p:nvSpPr>
        <p:spPr>
          <a:xfrm>
            <a:off x="3249975" y="1014475"/>
            <a:ext cx="1411800" cy="899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469" name="Google Shape;469;p36"/>
          <p:cNvGrpSpPr/>
          <p:nvPr/>
        </p:nvGrpSpPr>
        <p:grpSpPr>
          <a:xfrm>
            <a:off x="5504532" y="1402030"/>
            <a:ext cx="3231844" cy="3156274"/>
            <a:chOff x="5504532" y="1402030"/>
            <a:chExt cx="3231844" cy="3156274"/>
          </a:xfrm>
        </p:grpSpPr>
        <p:sp>
          <p:nvSpPr>
            <p:cNvPr id="470" name="Google Shape;470;p36"/>
            <p:cNvSpPr/>
            <p:nvPr/>
          </p:nvSpPr>
          <p:spPr>
            <a:xfrm>
              <a:off x="8185993" y="2196872"/>
              <a:ext cx="412338" cy="411893"/>
            </a:xfrm>
            <a:custGeom>
              <a:avLst/>
              <a:gdLst/>
              <a:ahLst/>
              <a:cxnLst/>
              <a:rect l="l" t="t" r="r" b="b"/>
              <a:pathLst>
                <a:path w="6493" h="6486" fill="none" extrusionOk="0">
                  <a:moveTo>
                    <a:pt x="6486" y="3027"/>
                  </a:moveTo>
                  <a:cubicBezTo>
                    <a:pt x="6475" y="2929"/>
                    <a:pt x="6417" y="2837"/>
                    <a:pt x="6325" y="2803"/>
                  </a:cubicBezTo>
                  <a:lnTo>
                    <a:pt x="6084" y="2693"/>
                  </a:lnTo>
                  <a:cubicBezTo>
                    <a:pt x="6009" y="2665"/>
                    <a:pt x="5951" y="2601"/>
                    <a:pt x="5928" y="2521"/>
                  </a:cubicBezTo>
                  <a:lnTo>
                    <a:pt x="5928" y="2521"/>
                  </a:lnTo>
                  <a:cubicBezTo>
                    <a:pt x="5911" y="2446"/>
                    <a:pt x="5922" y="2365"/>
                    <a:pt x="5974" y="2302"/>
                  </a:cubicBezTo>
                  <a:lnTo>
                    <a:pt x="6130" y="2083"/>
                  </a:lnTo>
                  <a:cubicBezTo>
                    <a:pt x="6187" y="2009"/>
                    <a:pt x="6204" y="1899"/>
                    <a:pt x="6153" y="1813"/>
                  </a:cubicBezTo>
                  <a:cubicBezTo>
                    <a:pt x="6089" y="1681"/>
                    <a:pt x="6014" y="1560"/>
                    <a:pt x="5945" y="1445"/>
                  </a:cubicBezTo>
                  <a:cubicBezTo>
                    <a:pt x="5888" y="1364"/>
                    <a:pt x="5796" y="1312"/>
                    <a:pt x="5692" y="1330"/>
                  </a:cubicBezTo>
                  <a:lnTo>
                    <a:pt x="5427" y="1358"/>
                  </a:lnTo>
                  <a:cubicBezTo>
                    <a:pt x="5347" y="1364"/>
                    <a:pt x="5266" y="1335"/>
                    <a:pt x="5209" y="1278"/>
                  </a:cubicBezTo>
                  <a:lnTo>
                    <a:pt x="5209" y="1278"/>
                  </a:lnTo>
                  <a:cubicBezTo>
                    <a:pt x="5151" y="1220"/>
                    <a:pt x="5122" y="1145"/>
                    <a:pt x="5134" y="1065"/>
                  </a:cubicBezTo>
                  <a:lnTo>
                    <a:pt x="5163" y="800"/>
                  </a:lnTo>
                  <a:cubicBezTo>
                    <a:pt x="5174" y="696"/>
                    <a:pt x="5122" y="604"/>
                    <a:pt x="5048" y="547"/>
                  </a:cubicBezTo>
                  <a:cubicBezTo>
                    <a:pt x="4927" y="466"/>
                    <a:pt x="4806" y="397"/>
                    <a:pt x="4679" y="340"/>
                  </a:cubicBezTo>
                  <a:cubicBezTo>
                    <a:pt x="4593" y="294"/>
                    <a:pt x="4484" y="299"/>
                    <a:pt x="4403" y="357"/>
                  </a:cubicBezTo>
                  <a:lnTo>
                    <a:pt x="4190" y="518"/>
                  </a:lnTo>
                  <a:cubicBezTo>
                    <a:pt x="4127" y="570"/>
                    <a:pt x="4046" y="581"/>
                    <a:pt x="3966" y="558"/>
                  </a:cubicBezTo>
                  <a:lnTo>
                    <a:pt x="3966" y="558"/>
                  </a:lnTo>
                  <a:cubicBezTo>
                    <a:pt x="3885" y="535"/>
                    <a:pt x="3822" y="489"/>
                    <a:pt x="3793" y="409"/>
                  </a:cubicBezTo>
                  <a:lnTo>
                    <a:pt x="3684" y="167"/>
                  </a:lnTo>
                  <a:cubicBezTo>
                    <a:pt x="3649" y="81"/>
                    <a:pt x="3563" y="12"/>
                    <a:pt x="3459" y="6"/>
                  </a:cubicBezTo>
                  <a:cubicBezTo>
                    <a:pt x="3390" y="0"/>
                    <a:pt x="3315" y="0"/>
                    <a:pt x="3246" y="0"/>
                  </a:cubicBezTo>
                  <a:cubicBezTo>
                    <a:pt x="3172" y="0"/>
                    <a:pt x="3103" y="0"/>
                    <a:pt x="3028" y="6"/>
                  </a:cubicBezTo>
                  <a:cubicBezTo>
                    <a:pt x="2930" y="12"/>
                    <a:pt x="2849" y="69"/>
                    <a:pt x="2809" y="167"/>
                  </a:cubicBezTo>
                  <a:lnTo>
                    <a:pt x="2700" y="409"/>
                  </a:lnTo>
                  <a:cubicBezTo>
                    <a:pt x="2671" y="484"/>
                    <a:pt x="2608" y="541"/>
                    <a:pt x="2527" y="558"/>
                  </a:cubicBezTo>
                  <a:lnTo>
                    <a:pt x="2527" y="558"/>
                  </a:lnTo>
                  <a:cubicBezTo>
                    <a:pt x="2446" y="581"/>
                    <a:pt x="2366" y="570"/>
                    <a:pt x="2303" y="518"/>
                  </a:cubicBezTo>
                  <a:lnTo>
                    <a:pt x="2090" y="357"/>
                  </a:lnTo>
                  <a:cubicBezTo>
                    <a:pt x="2009" y="299"/>
                    <a:pt x="1900" y="288"/>
                    <a:pt x="1813" y="340"/>
                  </a:cubicBezTo>
                  <a:cubicBezTo>
                    <a:pt x="1687" y="403"/>
                    <a:pt x="1560" y="472"/>
                    <a:pt x="1445" y="547"/>
                  </a:cubicBezTo>
                  <a:cubicBezTo>
                    <a:pt x="1370" y="604"/>
                    <a:pt x="1319" y="696"/>
                    <a:pt x="1330" y="800"/>
                  </a:cubicBezTo>
                  <a:lnTo>
                    <a:pt x="1359" y="1065"/>
                  </a:lnTo>
                  <a:cubicBezTo>
                    <a:pt x="1370" y="1145"/>
                    <a:pt x="1342" y="1220"/>
                    <a:pt x="1284" y="1278"/>
                  </a:cubicBezTo>
                  <a:lnTo>
                    <a:pt x="1284" y="1278"/>
                  </a:lnTo>
                  <a:cubicBezTo>
                    <a:pt x="1226" y="1335"/>
                    <a:pt x="1146" y="1364"/>
                    <a:pt x="1065" y="1358"/>
                  </a:cubicBezTo>
                  <a:lnTo>
                    <a:pt x="801" y="1330"/>
                  </a:lnTo>
                  <a:cubicBezTo>
                    <a:pt x="697" y="1318"/>
                    <a:pt x="605" y="1364"/>
                    <a:pt x="547" y="1445"/>
                  </a:cubicBezTo>
                  <a:cubicBezTo>
                    <a:pt x="467" y="1560"/>
                    <a:pt x="398" y="1681"/>
                    <a:pt x="340" y="1813"/>
                  </a:cubicBezTo>
                  <a:cubicBezTo>
                    <a:pt x="294" y="1899"/>
                    <a:pt x="306" y="2003"/>
                    <a:pt x="363" y="2083"/>
                  </a:cubicBezTo>
                  <a:lnTo>
                    <a:pt x="519" y="2302"/>
                  </a:lnTo>
                  <a:cubicBezTo>
                    <a:pt x="570" y="2365"/>
                    <a:pt x="582" y="2446"/>
                    <a:pt x="565" y="2521"/>
                  </a:cubicBezTo>
                  <a:lnTo>
                    <a:pt x="565" y="2521"/>
                  </a:lnTo>
                  <a:cubicBezTo>
                    <a:pt x="542" y="2601"/>
                    <a:pt x="490" y="2665"/>
                    <a:pt x="409" y="2693"/>
                  </a:cubicBezTo>
                  <a:lnTo>
                    <a:pt x="168" y="2803"/>
                  </a:lnTo>
                  <a:cubicBezTo>
                    <a:pt x="81" y="2837"/>
                    <a:pt x="18" y="2924"/>
                    <a:pt x="6" y="3027"/>
                  </a:cubicBezTo>
                  <a:cubicBezTo>
                    <a:pt x="1" y="3102"/>
                    <a:pt x="1" y="3171"/>
                    <a:pt x="1" y="3246"/>
                  </a:cubicBezTo>
                  <a:cubicBezTo>
                    <a:pt x="1" y="3315"/>
                    <a:pt x="1" y="3390"/>
                    <a:pt x="6" y="3459"/>
                  </a:cubicBezTo>
                  <a:cubicBezTo>
                    <a:pt x="18" y="3557"/>
                    <a:pt x="75" y="3637"/>
                    <a:pt x="168" y="3683"/>
                  </a:cubicBezTo>
                  <a:lnTo>
                    <a:pt x="409" y="3793"/>
                  </a:lnTo>
                  <a:cubicBezTo>
                    <a:pt x="484" y="3821"/>
                    <a:pt x="542" y="3885"/>
                    <a:pt x="565" y="3965"/>
                  </a:cubicBezTo>
                  <a:lnTo>
                    <a:pt x="565" y="3965"/>
                  </a:lnTo>
                  <a:cubicBezTo>
                    <a:pt x="582" y="4040"/>
                    <a:pt x="570" y="4121"/>
                    <a:pt x="519" y="4184"/>
                  </a:cubicBezTo>
                  <a:lnTo>
                    <a:pt x="363" y="4403"/>
                  </a:lnTo>
                  <a:cubicBezTo>
                    <a:pt x="306" y="4483"/>
                    <a:pt x="288" y="4587"/>
                    <a:pt x="340" y="4673"/>
                  </a:cubicBezTo>
                  <a:cubicBezTo>
                    <a:pt x="404" y="4805"/>
                    <a:pt x="478" y="4926"/>
                    <a:pt x="547" y="5041"/>
                  </a:cubicBezTo>
                  <a:cubicBezTo>
                    <a:pt x="605" y="5122"/>
                    <a:pt x="697" y="5174"/>
                    <a:pt x="801" y="5156"/>
                  </a:cubicBezTo>
                  <a:lnTo>
                    <a:pt x="1065" y="5128"/>
                  </a:lnTo>
                  <a:cubicBezTo>
                    <a:pt x="1146" y="5122"/>
                    <a:pt x="1226" y="5151"/>
                    <a:pt x="1284" y="5208"/>
                  </a:cubicBezTo>
                  <a:lnTo>
                    <a:pt x="1284" y="5208"/>
                  </a:lnTo>
                  <a:cubicBezTo>
                    <a:pt x="1342" y="5266"/>
                    <a:pt x="1370" y="5346"/>
                    <a:pt x="1359" y="5421"/>
                  </a:cubicBezTo>
                  <a:lnTo>
                    <a:pt x="1330" y="5692"/>
                  </a:lnTo>
                  <a:cubicBezTo>
                    <a:pt x="1319" y="5789"/>
                    <a:pt x="1370" y="5882"/>
                    <a:pt x="1445" y="5939"/>
                  </a:cubicBezTo>
                  <a:cubicBezTo>
                    <a:pt x="1560" y="6020"/>
                    <a:pt x="1687" y="6094"/>
                    <a:pt x="1813" y="6152"/>
                  </a:cubicBezTo>
                  <a:cubicBezTo>
                    <a:pt x="1900" y="6192"/>
                    <a:pt x="2009" y="6187"/>
                    <a:pt x="2090" y="6129"/>
                  </a:cubicBezTo>
                  <a:lnTo>
                    <a:pt x="2303" y="5968"/>
                  </a:lnTo>
                  <a:cubicBezTo>
                    <a:pt x="2366" y="5922"/>
                    <a:pt x="2446" y="5905"/>
                    <a:pt x="2527" y="5928"/>
                  </a:cubicBezTo>
                  <a:lnTo>
                    <a:pt x="2527" y="5928"/>
                  </a:lnTo>
                  <a:cubicBezTo>
                    <a:pt x="2608" y="5951"/>
                    <a:pt x="2671" y="5997"/>
                    <a:pt x="2700" y="6077"/>
                  </a:cubicBezTo>
                  <a:lnTo>
                    <a:pt x="2809" y="6325"/>
                  </a:lnTo>
                  <a:cubicBezTo>
                    <a:pt x="2844" y="6411"/>
                    <a:pt x="2930" y="6474"/>
                    <a:pt x="3028" y="6480"/>
                  </a:cubicBezTo>
                  <a:cubicBezTo>
                    <a:pt x="3103" y="6486"/>
                    <a:pt x="3172" y="6486"/>
                    <a:pt x="3246" y="6486"/>
                  </a:cubicBezTo>
                  <a:cubicBezTo>
                    <a:pt x="3315" y="6486"/>
                    <a:pt x="3390" y="6486"/>
                    <a:pt x="3459" y="6480"/>
                  </a:cubicBezTo>
                  <a:cubicBezTo>
                    <a:pt x="3563" y="6474"/>
                    <a:pt x="3643" y="6417"/>
                    <a:pt x="3684" y="6325"/>
                  </a:cubicBezTo>
                  <a:lnTo>
                    <a:pt x="3793" y="6077"/>
                  </a:lnTo>
                  <a:cubicBezTo>
                    <a:pt x="3822" y="6008"/>
                    <a:pt x="3885" y="5951"/>
                    <a:pt x="3966" y="5928"/>
                  </a:cubicBezTo>
                  <a:lnTo>
                    <a:pt x="3966" y="5928"/>
                  </a:lnTo>
                  <a:cubicBezTo>
                    <a:pt x="4046" y="5905"/>
                    <a:pt x="4121" y="5922"/>
                    <a:pt x="4190" y="5968"/>
                  </a:cubicBezTo>
                  <a:lnTo>
                    <a:pt x="4403" y="6129"/>
                  </a:lnTo>
                  <a:cubicBezTo>
                    <a:pt x="4484" y="6187"/>
                    <a:pt x="4593" y="6198"/>
                    <a:pt x="4679" y="6152"/>
                  </a:cubicBezTo>
                  <a:cubicBezTo>
                    <a:pt x="4806" y="6083"/>
                    <a:pt x="4927" y="6014"/>
                    <a:pt x="5048" y="5939"/>
                  </a:cubicBezTo>
                  <a:cubicBezTo>
                    <a:pt x="5122" y="5882"/>
                    <a:pt x="5174" y="5789"/>
                    <a:pt x="5163" y="5692"/>
                  </a:cubicBezTo>
                  <a:lnTo>
                    <a:pt x="5134" y="5421"/>
                  </a:lnTo>
                  <a:cubicBezTo>
                    <a:pt x="5122" y="5346"/>
                    <a:pt x="5151" y="5266"/>
                    <a:pt x="5209" y="5208"/>
                  </a:cubicBezTo>
                  <a:lnTo>
                    <a:pt x="5209" y="5208"/>
                  </a:lnTo>
                  <a:cubicBezTo>
                    <a:pt x="5266" y="5151"/>
                    <a:pt x="5347" y="5122"/>
                    <a:pt x="5427" y="5128"/>
                  </a:cubicBezTo>
                  <a:lnTo>
                    <a:pt x="5692" y="5156"/>
                  </a:lnTo>
                  <a:cubicBezTo>
                    <a:pt x="5796" y="5174"/>
                    <a:pt x="5888" y="5122"/>
                    <a:pt x="5945" y="5041"/>
                  </a:cubicBezTo>
                  <a:cubicBezTo>
                    <a:pt x="6026" y="4926"/>
                    <a:pt x="6095" y="4805"/>
                    <a:pt x="6153" y="4673"/>
                  </a:cubicBezTo>
                  <a:cubicBezTo>
                    <a:pt x="6199" y="4587"/>
                    <a:pt x="6187" y="4483"/>
                    <a:pt x="6130" y="4403"/>
                  </a:cubicBezTo>
                  <a:lnTo>
                    <a:pt x="5974" y="4184"/>
                  </a:lnTo>
                  <a:cubicBezTo>
                    <a:pt x="5922" y="4121"/>
                    <a:pt x="5911" y="4040"/>
                    <a:pt x="5928" y="3965"/>
                  </a:cubicBezTo>
                  <a:lnTo>
                    <a:pt x="5928" y="3965"/>
                  </a:lnTo>
                  <a:cubicBezTo>
                    <a:pt x="5951" y="3885"/>
                    <a:pt x="6003" y="3821"/>
                    <a:pt x="6084" y="3793"/>
                  </a:cubicBezTo>
                  <a:lnTo>
                    <a:pt x="6325" y="3683"/>
                  </a:lnTo>
                  <a:cubicBezTo>
                    <a:pt x="6412" y="3649"/>
                    <a:pt x="6475" y="3562"/>
                    <a:pt x="6486" y="3459"/>
                  </a:cubicBezTo>
                  <a:cubicBezTo>
                    <a:pt x="6492" y="3390"/>
                    <a:pt x="6492" y="3315"/>
                    <a:pt x="6492" y="3246"/>
                  </a:cubicBezTo>
                  <a:cubicBezTo>
                    <a:pt x="6492" y="3171"/>
                    <a:pt x="6486" y="3102"/>
                    <a:pt x="6486" y="3027"/>
                  </a:cubicBezTo>
                  <a:close/>
                  <a:moveTo>
                    <a:pt x="3246" y="4368"/>
                  </a:moveTo>
                  <a:cubicBezTo>
                    <a:pt x="2625" y="4368"/>
                    <a:pt x="2124" y="3862"/>
                    <a:pt x="2124" y="3246"/>
                  </a:cubicBezTo>
                  <a:cubicBezTo>
                    <a:pt x="2124" y="2624"/>
                    <a:pt x="2625" y="2124"/>
                    <a:pt x="3246" y="2124"/>
                  </a:cubicBezTo>
                  <a:cubicBezTo>
                    <a:pt x="3868" y="2124"/>
                    <a:pt x="4369" y="2624"/>
                    <a:pt x="4369" y="3246"/>
                  </a:cubicBezTo>
                  <a:cubicBezTo>
                    <a:pt x="4369" y="3862"/>
                    <a:pt x="3868" y="4368"/>
                    <a:pt x="3246" y="4368"/>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6"/>
            <p:cNvSpPr/>
            <p:nvPr/>
          </p:nvSpPr>
          <p:spPr>
            <a:xfrm>
              <a:off x="5504532" y="4432120"/>
              <a:ext cx="3102092" cy="126184"/>
            </a:xfrm>
            <a:custGeom>
              <a:avLst/>
              <a:gdLst/>
              <a:ahLst/>
              <a:cxnLst/>
              <a:rect l="l" t="t" r="r" b="b"/>
              <a:pathLst>
                <a:path w="48848" h="1987" extrusionOk="0">
                  <a:moveTo>
                    <a:pt x="48848" y="996"/>
                  </a:moveTo>
                  <a:cubicBezTo>
                    <a:pt x="48848" y="1543"/>
                    <a:pt x="37914" y="1986"/>
                    <a:pt x="24424" y="1986"/>
                  </a:cubicBezTo>
                  <a:cubicBezTo>
                    <a:pt x="10935" y="1986"/>
                    <a:pt x="1" y="1543"/>
                    <a:pt x="1" y="996"/>
                  </a:cubicBezTo>
                  <a:cubicBezTo>
                    <a:pt x="1" y="450"/>
                    <a:pt x="10935" y="1"/>
                    <a:pt x="24424" y="1"/>
                  </a:cubicBezTo>
                  <a:cubicBezTo>
                    <a:pt x="37914" y="1"/>
                    <a:pt x="48848" y="450"/>
                    <a:pt x="48848" y="996"/>
                  </a:cubicBezTo>
                  <a:close/>
                </a:path>
              </a:pathLst>
            </a:custGeom>
            <a:solidFill>
              <a:srgbClr val="134F5C">
                <a:alpha val="327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2" name="Google Shape;472;p36"/>
            <p:cNvGrpSpPr/>
            <p:nvPr/>
          </p:nvGrpSpPr>
          <p:grpSpPr>
            <a:xfrm>
              <a:off x="5836805" y="2286450"/>
              <a:ext cx="2491776" cy="2195831"/>
              <a:chOff x="5450286" y="1617112"/>
              <a:chExt cx="3026938" cy="2667433"/>
            </a:xfrm>
          </p:grpSpPr>
          <p:sp>
            <p:nvSpPr>
              <p:cNvPr id="473" name="Google Shape;473;p36"/>
              <p:cNvSpPr/>
              <p:nvPr/>
            </p:nvSpPr>
            <p:spPr>
              <a:xfrm>
                <a:off x="6264500" y="3865802"/>
                <a:ext cx="1398099" cy="418743"/>
              </a:xfrm>
              <a:custGeom>
                <a:avLst/>
                <a:gdLst/>
                <a:ahLst/>
                <a:cxnLst/>
                <a:rect l="l" t="t" r="r" b="b"/>
                <a:pathLst>
                  <a:path w="18123" h="5428" extrusionOk="0">
                    <a:moveTo>
                      <a:pt x="14836" y="2838"/>
                    </a:moveTo>
                    <a:cubicBezTo>
                      <a:pt x="14652" y="2130"/>
                      <a:pt x="14255" y="0"/>
                      <a:pt x="14255" y="0"/>
                    </a:cubicBezTo>
                    <a:lnTo>
                      <a:pt x="3868" y="0"/>
                    </a:lnTo>
                    <a:cubicBezTo>
                      <a:pt x="3868" y="0"/>
                      <a:pt x="3476" y="2130"/>
                      <a:pt x="3286" y="2838"/>
                    </a:cubicBezTo>
                    <a:cubicBezTo>
                      <a:pt x="3004" y="3896"/>
                      <a:pt x="1819" y="4616"/>
                      <a:pt x="541" y="4616"/>
                    </a:cubicBezTo>
                    <a:lnTo>
                      <a:pt x="541" y="4616"/>
                    </a:lnTo>
                    <a:cubicBezTo>
                      <a:pt x="242" y="4616"/>
                      <a:pt x="0" y="4817"/>
                      <a:pt x="0" y="5065"/>
                    </a:cubicBezTo>
                    <a:lnTo>
                      <a:pt x="0" y="5427"/>
                    </a:lnTo>
                    <a:lnTo>
                      <a:pt x="18122" y="5427"/>
                    </a:lnTo>
                    <a:lnTo>
                      <a:pt x="18122" y="5065"/>
                    </a:lnTo>
                    <a:cubicBezTo>
                      <a:pt x="18122" y="4817"/>
                      <a:pt x="17881" y="4616"/>
                      <a:pt x="17581" y="4616"/>
                    </a:cubicBezTo>
                    <a:lnTo>
                      <a:pt x="17581" y="4616"/>
                    </a:lnTo>
                    <a:cubicBezTo>
                      <a:pt x="16310" y="4616"/>
                      <a:pt x="15118" y="3896"/>
                      <a:pt x="14836" y="28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6"/>
              <p:cNvSpPr/>
              <p:nvPr/>
            </p:nvSpPr>
            <p:spPr>
              <a:xfrm>
                <a:off x="5450286" y="1617112"/>
                <a:ext cx="3026938" cy="2265594"/>
              </a:xfrm>
              <a:custGeom>
                <a:avLst/>
                <a:gdLst/>
                <a:ahLst/>
                <a:cxnLst/>
                <a:rect l="l" t="t" r="r" b="b"/>
                <a:pathLst>
                  <a:path w="39237" h="29368" extrusionOk="0">
                    <a:moveTo>
                      <a:pt x="38477" y="29367"/>
                    </a:moveTo>
                    <a:lnTo>
                      <a:pt x="754" y="29367"/>
                    </a:lnTo>
                    <a:cubicBezTo>
                      <a:pt x="340" y="29367"/>
                      <a:pt x="0" y="29028"/>
                      <a:pt x="0" y="28613"/>
                    </a:cubicBezTo>
                    <a:lnTo>
                      <a:pt x="0" y="760"/>
                    </a:lnTo>
                    <a:cubicBezTo>
                      <a:pt x="0" y="340"/>
                      <a:pt x="340" y="0"/>
                      <a:pt x="754" y="0"/>
                    </a:cubicBezTo>
                    <a:lnTo>
                      <a:pt x="38477" y="0"/>
                    </a:lnTo>
                    <a:cubicBezTo>
                      <a:pt x="38897" y="0"/>
                      <a:pt x="39236" y="340"/>
                      <a:pt x="39236" y="760"/>
                    </a:cubicBezTo>
                    <a:lnTo>
                      <a:pt x="39236" y="28613"/>
                    </a:lnTo>
                    <a:cubicBezTo>
                      <a:pt x="39236" y="29028"/>
                      <a:pt x="38897" y="29367"/>
                      <a:pt x="38477" y="2936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6"/>
              <p:cNvSpPr/>
              <p:nvPr/>
            </p:nvSpPr>
            <p:spPr>
              <a:xfrm>
                <a:off x="5450286" y="1617112"/>
                <a:ext cx="3026938" cy="2039174"/>
              </a:xfrm>
              <a:custGeom>
                <a:avLst/>
                <a:gdLst/>
                <a:ahLst/>
                <a:cxnLst/>
                <a:rect l="l" t="t" r="r" b="b"/>
                <a:pathLst>
                  <a:path w="39237" h="26433" extrusionOk="0">
                    <a:moveTo>
                      <a:pt x="39236" y="26432"/>
                    </a:moveTo>
                    <a:lnTo>
                      <a:pt x="39236" y="1238"/>
                    </a:lnTo>
                    <a:cubicBezTo>
                      <a:pt x="39236" y="559"/>
                      <a:pt x="38678" y="0"/>
                      <a:pt x="37999" y="0"/>
                    </a:cubicBezTo>
                    <a:lnTo>
                      <a:pt x="1237" y="0"/>
                    </a:lnTo>
                    <a:cubicBezTo>
                      <a:pt x="553" y="0"/>
                      <a:pt x="0" y="559"/>
                      <a:pt x="0" y="1238"/>
                    </a:cubicBezTo>
                    <a:lnTo>
                      <a:pt x="0" y="2643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6"/>
              <p:cNvSpPr/>
              <p:nvPr/>
            </p:nvSpPr>
            <p:spPr>
              <a:xfrm>
                <a:off x="5563461" y="1742322"/>
                <a:ext cx="2799669" cy="1789224"/>
              </a:xfrm>
              <a:custGeom>
                <a:avLst/>
                <a:gdLst/>
                <a:ahLst/>
                <a:cxnLst/>
                <a:rect l="l" t="t" r="r" b="b"/>
                <a:pathLst>
                  <a:path w="36291" h="23193" extrusionOk="0">
                    <a:moveTo>
                      <a:pt x="1" y="0"/>
                    </a:moveTo>
                    <a:lnTo>
                      <a:pt x="36290" y="0"/>
                    </a:lnTo>
                    <a:lnTo>
                      <a:pt x="36290" y="23192"/>
                    </a:lnTo>
                    <a:lnTo>
                      <a:pt x="1" y="23192"/>
                    </a:ln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6"/>
              <p:cNvSpPr/>
              <p:nvPr/>
            </p:nvSpPr>
            <p:spPr>
              <a:xfrm>
                <a:off x="5572333" y="1751194"/>
                <a:ext cx="2781926" cy="1771403"/>
              </a:xfrm>
              <a:custGeom>
                <a:avLst/>
                <a:gdLst/>
                <a:ahLst/>
                <a:cxnLst/>
                <a:rect l="l" t="t" r="r" b="b"/>
                <a:pathLst>
                  <a:path w="36061" h="22962" extrusionOk="0">
                    <a:moveTo>
                      <a:pt x="1" y="22962"/>
                    </a:moveTo>
                    <a:lnTo>
                      <a:pt x="1" y="0"/>
                    </a:lnTo>
                    <a:lnTo>
                      <a:pt x="36060" y="0"/>
                    </a:lnTo>
                    <a:lnTo>
                      <a:pt x="36060" y="22962"/>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8" name="Google Shape;478;p36"/>
            <p:cNvGrpSpPr/>
            <p:nvPr/>
          </p:nvGrpSpPr>
          <p:grpSpPr>
            <a:xfrm>
              <a:off x="6080934" y="2562938"/>
              <a:ext cx="588467" cy="576350"/>
              <a:chOff x="5608702" y="2132055"/>
              <a:chExt cx="956079" cy="936392"/>
            </a:xfrm>
          </p:grpSpPr>
          <p:grpSp>
            <p:nvGrpSpPr>
              <p:cNvPr id="479" name="Google Shape;479;p36"/>
              <p:cNvGrpSpPr/>
              <p:nvPr/>
            </p:nvGrpSpPr>
            <p:grpSpPr>
              <a:xfrm>
                <a:off x="5608702" y="2132055"/>
                <a:ext cx="956079" cy="936392"/>
                <a:chOff x="5194542" y="1480793"/>
                <a:chExt cx="1161418" cy="1137503"/>
              </a:xfrm>
            </p:grpSpPr>
            <p:sp>
              <p:nvSpPr>
                <p:cNvPr id="480" name="Google Shape;480;p36"/>
                <p:cNvSpPr/>
                <p:nvPr/>
              </p:nvSpPr>
              <p:spPr>
                <a:xfrm>
                  <a:off x="5194542" y="1480793"/>
                  <a:ext cx="1161418" cy="1137503"/>
                </a:xfrm>
                <a:custGeom>
                  <a:avLst/>
                  <a:gdLst/>
                  <a:ahLst/>
                  <a:cxnLst/>
                  <a:rect l="l" t="t" r="r" b="b"/>
                  <a:pathLst>
                    <a:path w="15055" h="14745" extrusionOk="0">
                      <a:moveTo>
                        <a:pt x="13806" y="14744"/>
                      </a:moveTo>
                      <a:cubicBezTo>
                        <a:pt x="13697" y="14744"/>
                        <a:pt x="13593" y="14733"/>
                        <a:pt x="13495" y="14704"/>
                      </a:cubicBezTo>
                      <a:lnTo>
                        <a:pt x="10451" y="13870"/>
                      </a:lnTo>
                      <a:cubicBezTo>
                        <a:pt x="9473" y="14342"/>
                        <a:pt x="8379" y="14589"/>
                        <a:pt x="7292" y="14589"/>
                      </a:cubicBezTo>
                      <a:cubicBezTo>
                        <a:pt x="3275" y="14589"/>
                        <a:pt x="0" y="11315"/>
                        <a:pt x="0" y="7292"/>
                      </a:cubicBezTo>
                      <a:cubicBezTo>
                        <a:pt x="0" y="3269"/>
                        <a:pt x="3275" y="1"/>
                        <a:pt x="7292" y="1"/>
                      </a:cubicBezTo>
                      <a:cubicBezTo>
                        <a:pt x="11314" y="1"/>
                        <a:pt x="14589" y="3275"/>
                        <a:pt x="14589" y="7292"/>
                      </a:cubicBezTo>
                      <a:cubicBezTo>
                        <a:pt x="14589" y="8437"/>
                        <a:pt x="14313" y="9577"/>
                        <a:pt x="13806" y="10589"/>
                      </a:cubicBezTo>
                      <a:lnTo>
                        <a:pt x="14882" y="13122"/>
                      </a:lnTo>
                      <a:cubicBezTo>
                        <a:pt x="15055" y="13530"/>
                        <a:pt x="14986" y="14014"/>
                        <a:pt x="14687" y="14353"/>
                      </a:cubicBezTo>
                      <a:cubicBezTo>
                        <a:pt x="14456" y="14601"/>
                        <a:pt x="14140" y="14744"/>
                        <a:pt x="13806" y="14744"/>
                      </a:cubicBezTo>
                      <a:close/>
                      <a:moveTo>
                        <a:pt x="10445" y="13749"/>
                      </a:moveTo>
                      <a:lnTo>
                        <a:pt x="13524" y="14595"/>
                      </a:lnTo>
                      <a:cubicBezTo>
                        <a:pt x="13616" y="14624"/>
                        <a:pt x="13708" y="14629"/>
                        <a:pt x="13806" y="14629"/>
                      </a:cubicBezTo>
                      <a:cubicBezTo>
                        <a:pt x="14105" y="14629"/>
                        <a:pt x="14399" y="14503"/>
                        <a:pt x="14600" y="14273"/>
                      </a:cubicBezTo>
                      <a:cubicBezTo>
                        <a:pt x="14871" y="13968"/>
                        <a:pt x="14940" y="13530"/>
                        <a:pt x="14784" y="13156"/>
                      </a:cubicBezTo>
                      <a:lnTo>
                        <a:pt x="13680" y="10572"/>
                      </a:lnTo>
                      <a:lnTo>
                        <a:pt x="13697" y="10555"/>
                      </a:lnTo>
                      <a:cubicBezTo>
                        <a:pt x="14209" y="9548"/>
                        <a:pt x="14479" y="8414"/>
                        <a:pt x="14479" y="7286"/>
                      </a:cubicBezTo>
                      <a:cubicBezTo>
                        <a:pt x="14479" y="3333"/>
                        <a:pt x="11257" y="110"/>
                        <a:pt x="7297" y="110"/>
                      </a:cubicBezTo>
                      <a:cubicBezTo>
                        <a:pt x="3344" y="110"/>
                        <a:pt x="121" y="3333"/>
                        <a:pt x="121" y="7286"/>
                      </a:cubicBezTo>
                      <a:cubicBezTo>
                        <a:pt x="121" y="11245"/>
                        <a:pt x="3344" y="14468"/>
                        <a:pt x="7297" y="14468"/>
                      </a:cubicBezTo>
                      <a:cubicBezTo>
                        <a:pt x="8379" y="14468"/>
                        <a:pt x="9455" y="14215"/>
                        <a:pt x="10428" y="13749"/>
                      </a:cubicBezTo>
                      <a:close/>
                    </a:path>
                  </a:pathLst>
                </a:custGeom>
                <a:solidFill>
                  <a:schemeClr val="lt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6"/>
                <p:cNvSpPr/>
                <p:nvPr/>
              </p:nvSpPr>
              <p:spPr>
                <a:xfrm>
                  <a:off x="5285576" y="1571827"/>
                  <a:ext cx="974110" cy="956752"/>
                </a:xfrm>
                <a:custGeom>
                  <a:avLst/>
                  <a:gdLst/>
                  <a:ahLst/>
                  <a:cxnLst/>
                  <a:rect l="l" t="t" r="r" b="b"/>
                  <a:pathLst>
                    <a:path w="12627" h="12402" extrusionOk="0">
                      <a:moveTo>
                        <a:pt x="12626" y="12402"/>
                      </a:moveTo>
                      <a:lnTo>
                        <a:pt x="11320" y="9346"/>
                      </a:lnTo>
                      <a:cubicBezTo>
                        <a:pt x="11907" y="8408"/>
                        <a:pt x="12241" y="7303"/>
                        <a:pt x="12241" y="6123"/>
                      </a:cubicBezTo>
                      <a:cubicBezTo>
                        <a:pt x="12241" y="2740"/>
                        <a:pt x="9501" y="0"/>
                        <a:pt x="6123" y="0"/>
                      </a:cubicBezTo>
                      <a:cubicBezTo>
                        <a:pt x="2739" y="0"/>
                        <a:pt x="0" y="2740"/>
                        <a:pt x="0" y="6123"/>
                      </a:cubicBezTo>
                      <a:cubicBezTo>
                        <a:pt x="0" y="9502"/>
                        <a:pt x="2739" y="12241"/>
                        <a:pt x="6123" y="12241"/>
                      </a:cubicBezTo>
                      <a:cubicBezTo>
                        <a:pt x="7222" y="12241"/>
                        <a:pt x="8258" y="11947"/>
                        <a:pt x="9150" y="1144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2" name="Google Shape;482;p36"/>
              <p:cNvSpPr/>
              <p:nvPr/>
            </p:nvSpPr>
            <p:spPr>
              <a:xfrm>
                <a:off x="5863051" y="2445274"/>
                <a:ext cx="400272" cy="322732"/>
              </a:xfrm>
              <a:custGeom>
                <a:avLst/>
                <a:gdLst/>
                <a:ahLst/>
                <a:cxnLst/>
                <a:rect l="l" t="t" r="r" b="b"/>
                <a:pathLst>
                  <a:path w="6303" h="5082" extrusionOk="0">
                    <a:moveTo>
                      <a:pt x="4489" y="0"/>
                    </a:moveTo>
                    <a:lnTo>
                      <a:pt x="5232" y="0"/>
                    </a:lnTo>
                    <a:cubicBezTo>
                      <a:pt x="5819" y="0"/>
                      <a:pt x="6302" y="484"/>
                      <a:pt x="6302" y="1077"/>
                    </a:cubicBezTo>
                    <a:lnTo>
                      <a:pt x="6302" y="2889"/>
                    </a:lnTo>
                    <a:lnTo>
                      <a:pt x="6302" y="2901"/>
                    </a:lnTo>
                    <a:cubicBezTo>
                      <a:pt x="6302" y="4104"/>
                      <a:pt x="5330" y="5076"/>
                      <a:pt x="4133" y="5076"/>
                    </a:cubicBezTo>
                    <a:lnTo>
                      <a:pt x="3425" y="5076"/>
                    </a:lnTo>
                    <a:lnTo>
                      <a:pt x="3425" y="4104"/>
                    </a:lnTo>
                    <a:cubicBezTo>
                      <a:pt x="4196" y="4104"/>
                      <a:pt x="4432" y="3425"/>
                      <a:pt x="4495" y="2878"/>
                    </a:cubicBezTo>
                    <a:lnTo>
                      <a:pt x="4495" y="2878"/>
                    </a:lnTo>
                    <a:cubicBezTo>
                      <a:pt x="3908" y="2878"/>
                      <a:pt x="3425" y="2400"/>
                      <a:pt x="3425" y="1807"/>
                    </a:cubicBezTo>
                    <a:lnTo>
                      <a:pt x="3425" y="1077"/>
                    </a:lnTo>
                    <a:cubicBezTo>
                      <a:pt x="3419" y="484"/>
                      <a:pt x="3902" y="0"/>
                      <a:pt x="4489" y="0"/>
                    </a:cubicBezTo>
                    <a:close/>
                    <a:moveTo>
                      <a:pt x="1077" y="2889"/>
                    </a:moveTo>
                    <a:lnTo>
                      <a:pt x="1077" y="2889"/>
                    </a:lnTo>
                    <a:cubicBezTo>
                      <a:pt x="1014" y="3436"/>
                      <a:pt x="778" y="4109"/>
                      <a:pt x="6" y="4109"/>
                    </a:cubicBezTo>
                    <a:lnTo>
                      <a:pt x="6" y="5082"/>
                    </a:lnTo>
                    <a:lnTo>
                      <a:pt x="714" y="5082"/>
                    </a:lnTo>
                    <a:cubicBezTo>
                      <a:pt x="1917" y="5082"/>
                      <a:pt x="2884" y="4109"/>
                      <a:pt x="2884" y="2907"/>
                    </a:cubicBezTo>
                    <a:lnTo>
                      <a:pt x="2884" y="2895"/>
                    </a:lnTo>
                    <a:lnTo>
                      <a:pt x="2884" y="1077"/>
                    </a:lnTo>
                    <a:cubicBezTo>
                      <a:pt x="2884" y="484"/>
                      <a:pt x="2406" y="0"/>
                      <a:pt x="1813" y="0"/>
                    </a:cubicBezTo>
                    <a:lnTo>
                      <a:pt x="1071" y="0"/>
                    </a:lnTo>
                    <a:cubicBezTo>
                      <a:pt x="484" y="0"/>
                      <a:pt x="1" y="484"/>
                      <a:pt x="1" y="1077"/>
                    </a:cubicBezTo>
                    <a:lnTo>
                      <a:pt x="1" y="1813"/>
                    </a:lnTo>
                    <a:cubicBezTo>
                      <a:pt x="6" y="2406"/>
                      <a:pt x="490" y="2889"/>
                      <a:pt x="1077" y="288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 name="Google Shape;483;p36"/>
            <p:cNvGrpSpPr/>
            <p:nvPr/>
          </p:nvGrpSpPr>
          <p:grpSpPr>
            <a:xfrm>
              <a:off x="6420935" y="3158641"/>
              <a:ext cx="655117" cy="641505"/>
              <a:chOff x="6224520" y="2766314"/>
              <a:chExt cx="953591" cy="933778"/>
            </a:xfrm>
          </p:grpSpPr>
          <p:sp>
            <p:nvSpPr>
              <p:cNvPr id="484" name="Google Shape;484;p36"/>
              <p:cNvSpPr/>
              <p:nvPr/>
            </p:nvSpPr>
            <p:spPr>
              <a:xfrm>
                <a:off x="6224520" y="2766314"/>
                <a:ext cx="953591" cy="933778"/>
              </a:xfrm>
              <a:custGeom>
                <a:avLst/>
                <a:gdLst/>
                <a:ahLst/>
                <a:cxnLst/>
                <a:rect l="l" t="t" r="r" b="b"/>
                <a:pathLst>
                  <a:path w="15016" h="14704" extrusionOk="0">
                    <a:moveTo>
                      <a:pt x="369" y="14301"/>
                    </a:moveTo>
                    <a:cubicBezTo>
                      <a:pt x="76" y="13962"/>
                      <a:pt x="1" y="13490"/>
                      <a:pt x="174" y="13075"/>
                    </a:cubicBezTo>
                    <a:lnTo>
                      <a:pt x="1255" y="10549"/>
                    </a:lnTo>
                    <a:cubicBezTo>
                      <a:pt x="743" y="9536"/>
                      <a:pt x="473" y="8408"/>
                      <a:pt x="473" y="7269"/>
                    </a:cubicBezTo>
                    <a:cubicBezTo>
                      <a:pt x="473" y="3263"/>
                      <a:pt x="3730" y="0"/>
                      <a:pt x="7741" y="0"/>
                    </a:cubicBezTo>
                    <a:cubicBezTo>
                      <a:pt x="11758" y="0"/>
                      <a:pt x="15015" y="3258"/>
                      <a:pt x="15015" y="7269"/>
                    </a:cubicBezTo>
                    <a:cubicBezTo>
                      <a:pt x="15015" y="11280"/>
                      <a:pt x="11758" y="14543"/>
                      <a:pt x="7741" y="14543"/>
                    </a:cubicBezTo>
                    <a:cubicBezTo>
                      <a:pt x="6659" y="14543"/>
                      <a:pt x="5572" y="14290"/>
                      <a:pt x="4593" y="13823"/>
                    </a:cubicBezTo>
                    <a:lnTo>
                      <a:pt x="1566" y="14658"/>
                    </a:lnTo>
                    <a:cubicBezTo>
                      <a:pt x="1463" y="14687"/>
                      <a:pt x="1353" y="14704"/>
                      <a:pt x="1255" y="14704"/>
                    </a:cubicBezTo>
                    <a:cubicBezTo>
                      <a:pt x="910" y="14698"/>
                      <a:pt x="588" y="14554"/>
                      <a:pt x="369" y="14301"/>
                    </a:cubicBezTo>
                    <a:close/>
                    <a:moveTo>
                      <a:pt x="4616" y="13708"/>
                    </a:moveTo>
                    <a:cubicBezTo>
                      <a:pt x="5577" y="14180"/>
                      <a:pt x="6659" y="14428"/>
                      <a:pt x="7735" y="14428"/>
                    </a:cubicBezTo>
                    <a:cubicBezTo>
                      <a:pt x="11683" y="14428"/>
                      <a:pt x="14894" y="11222"/>
                      <a:pt x="14894" y="7274"/>
                    </a:cubicBezTo>
                    <a:cubicBezTo>
                      <a:pt x="14894" y="3321"/>
                      <a:pt x="11683" y="115"/>
                      <a:pt x="7735" y="115"/>
                    </a:cubicBezTo>
                    <a:cubicBezTo>
                      <a:pt x="3788" y="115"/>
                      <a:pt x="576" y="3321"/>
                      <a:pt x="576" y="7274"/>
                    </a:cubicBezTo>
                    <a:cubicBezTo>
                      <a:pt x="576" y="8402"/>
                      <a:pt x="853" y="9525"/>
                      <a:pt x="1365" y="10526"/>
                    </a:cubicBezTo>
                    <a:lnTo>
                      <a:pt x="1376" y="10543"/>
                    </a:lnTo>
                    <a:lnTo>
                      <a:pt x="283" y="13116"/>
                    </a:lnTo>
                    <a:cubicBezTo>
                      <a:pt x="128" y="13490"/>
                      <a:pt x="197" y="13921"/>
                      <a:pt x="461" y="14221"/>
                    </a:cubicBezTo>
                    <a:cubicBezTo>
                      <a:pt x="663" y="14451"/>
                      <a:pt x="950" y="14583"/>
                      <a:pt x="1255" y="14583"/>
                    </a:cubicBezTo>
                    <a:cubicBezTo>
                      <a:pt x="1348" y="14583"/>
                      <a:pt x="1440" y="14566"/>
                      <a:pt x="1537" y="14543"/>
                    </a:cubicBezTo>
                    <a:lnTo>
                      <a:pt x="4605" y="13697"/>
                    </a:lnTo>
                    <a:close/>
                  </a:path>
                </a:pathLst>
              </a:custGeom>
              <a:solidFill>
                <a:srgbClr val="134F5C">
                  <a:alpha val="5660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6"/>
              <p:cNvSpPr/>
              <p:nvPr/>
            </p:nvSpPr>
            <p:spPr>
              <a:xfrm>
                <a:off x="6303841" y="2840110"/>
                <a:ext cx="799337" cy="785430"/>
              </a:xfrm>
              <a:custGeom>
                <a:avLst/>
                <a:gdLst/>
                <a:ahLst/>
                <a:cxnLst/>
                <a:rect l="l" t="t" r="r" b="b"/>
                <a:pathLst>
                  <a:path w="12587" h="12368" extrusionOk="0">
                    <a:moveTo>
                      <a:pt x="1" y="12368"/>
                    </a:moveTo>
                    <a:lnTo>
                      <a:pt x="1301" y="9318"/>
                    </a:lnTo>
                    <a:cubicBezTo>
                      <a:pt x="720" y="8386"/>
                      <a:pt x="386" y="7281"/>
                      <a:pt x="386" y="6101"/>
                    </a:cubicBezTo>
                    <a:cubicBezTo>
                      <a:pt x="386" y="2729"/>
                      <a:pt x="3120" y="1"/>
                      <a:pt x="6486" y="1"/>
                    </a:cubicBezTo>
                    <a:cubicBezTo>
                      <a:pt x="9853" y="1"/>
                      <a:pt x="12587" y="2734"/>
                      <a:pt x="12587" y="6101"/>
                    </a:cubicBezTo>
                    <a:cubicBezTo>
                      <a:pt x="12587" y="9468"/>
                      <a:pt x="9853" y="12201"/>
                      <a:pt x="6486" y="12201"/>
                    </a:cubicBezTo>
                    <a:cubicBezTo>
                      <a:pt x="5387" y="12201"/>
                      <a:pt x="4357" y="11913"/>
                      <a:pt x="3471" y="1140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6"/>
              <p:cNvSpPr/>
              <p:nvPr/>
            </p:nvSpPr>
            <p:spPr>
              <a:xfrm>
                <a:off x="6515131" y="3091917"/>
                <a:ext cx="398367" cy="321335"/>
              </a:xfrm>
              <a:custGeom>
                <a:avLst/>
                <a:gdLst/>
                <a:ahLst/>
                <a:cxnLst/>
                <a:rect l="l" t="t" r="r" b="b"/>
                <a:pathLst>
                  <a:path w="6273" h="5060" extrusionOk="0">
                    <a:moveTo>
                      <a:pt x="4472" y="1"/>
                    </a:moveTo>
                    <a:lnTo>
                      <a:pt x="5208" y="1"/>
                    </a:lnTo>
                    <a:cubicBezTo>
                      <a:pt x="5801" y="1"/>
                      <a:pt x="6273" y="479"/>
                      <a:pt x="6273" y="1066"/>
                    </a:cubicBezTo>
                    <a:lnTo>
                      <a:pt x="6273" y="2873"/>
                    </a:lnTo>
                    <a:lnTo>
                      <a:pt x="6273" y="2884"/>
                    </a:lnTo>
                    <a:cubicBezTo>
                      <a:pt x="6273" y="4087"/>
                      <a:pt x="5306" y="5059"/>
                      <a:pt x="4109" y="5059"/>
                    </a:cubicBezTo>
                    <a:lnTo>
                      <a:pt x="3407" y="5059"/>
                    </a:lnTo>
                    <a:lnTo>
                      <a:pt x="3407" y="4093"/>
                    </a:lnTo>
                    <a:cubicBezTo>
                      <a:pt x="4167" y="4093"/>
                      <a:pt x="4402" y="3419"/>
                      <a:pt x="4472" y="2878"/>
                    </a:cubicBezTo>
                    <a:lnTo>
                      <a:pt x="4472" y="2878"/>
                    </a:lnTo>
                    <a:cubicBezTo>
                      <a:pt x="3879" y="2878"/>
                      <a:pt x="3407" y="2406"/>
                      <a:pt x="3407" y="1814"/>
                    </a:cubicBezTo>
                    <a:lnTo>
                      <a:pt x="3407" y="1071"/>
                    </a:lnTo>
                    <a:cubicBezTo>
                      <a:pt x="3407" y="484"/>
                      <a:pt x="3879" y="1"/>
                      <a:pt x="4472" y="1"/>
                    </a:cubicBezTo>
                    <a:close/>
                    <a:moveTo>
                      <a:pt x="1065" y="2878"/>
                    </a:moveTo>
                    <a:lnTo>
                      <a:pt x="1065" y="2878"/>
                    </a:lnTo>
                    <a:cubicBezTo>
                      <a:pt x="1001" y="3425"/>
                      <a:pt x="765" y="4093"/>
                      <a:pt x="0" y="4093"/>
                    </a:cubicBezTo>
                    <a:lnTo>
                      <a:pt x="0" y="5059"/>
                    </a:lnTo>
                    <a:lnTo>
                      <a:pt x="708" y="5059"/>
                    </a:lnTo>
                    <a:cubicBezTo>
                      <a:pt x="1911" y="5059"/>
                      <a:pt x="2877" y="4087"/>
                      <a:pt x="2877" y="2884"/>
                    </a:cubicBezTo>
                    <a:lnTo>
                      <a:pt x="2877" y="2873"/>
                    </a:lnTo>
                    <a:lnTo>
                      <a:pt x="2877" y="1066"/>
                    </a:lnTo>
                    <a:cubicBezTo>
                      <a:pt x="2877" y="473"/>
                      <a:pt x="2406" y="1"/>
                      <a:pt x="1813" y="1"/>
                    </a:cubicBezTo>
                    <a:lnTo>
                      <a:pt x="1076" y="1"/>
                    </a:lnTo>
                    <a:cubicBezTo>
                      <a:pt x="483" y="1"/>
                      <a:pt x="12" y="473"/>
                      <a:pt x="12" y="1066"/>
                    </a:cubicBezTo>
                    <a:lnTo>
                      <a:pt x="12" y="1808"/>
                    </a:lnTo>
                    <a:cubicBezTo>
                      <a:pt x="0" y="2395"/>
                      <a:pt x="483" y="2878"/>
                      <a:pt x="1065" y="287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7" name="Google Shape;487;p36"/>
            <p:cNvGrpSpPr/>
            <p:nvPr/>
          </p:nvGrpSpPr>
          <p:grpSpPr>
            <a:xfrm>
              <a:off x="6699330" y="2455550"/>
              <a:ext cx="791157" cy="791109"/>
              <a:chOff x="6746427" y="1893210"/>
              <a:chExt cx="1058120" cy="1058057"/>
            </a:xfrm>
          </p:grpSpPr>
          <p:sp>
            <p:nvSpPr>
              <p:cNvPr id="488" name="Google Shape;488;p36"/>
              <p:cNvSpPr/>
              <p:nvPr/>
            </p:nvSpPr>
            <p:spPr>
              <a:xfrm>
                <a:off x="6836735" y="1983455"/>
                <a:ext cx="877131" cy="877195"/>
              </a:xfrm>
              <a:custGeom>
                <a:avLst/>
                <a:gdLst/>
                <a:ahLst/>
                <a:cxnLst/>
                <a:rect l="l" t="t" r="r" b="b"/>
                <a:pathLst>
                  <a:path w="13812" h="13813" extrusionOk="0">
                    <a:moveTo>
                      <a:pt x="13812" y="6906"/>
                    </a:moveTo>
                    <a:cubicBezTo>
                      <a:pt x="13812" y="10722"/>
                      <a:pt x="10722" y="13812"/>
                      <a:pt x="6906" y="13812"/>
                    </a:cubicBezTo>
                    <a:cubicBezTo>
                      <a:pt x="3096" y="13812"/>
                      <a:pt x="0" y="10722"/>
                      <a:pt x="0" y="6906"/>
                    </a:cubicBezTo>
                    <a:cubicBezTo>
                      <a:pt x="0" y="3097"/>
                      <a:pt x="3096" y="1"/>
                      <a:pt x="6906" y="1"/>
                    </a:cubicBezTo>
                    <a:cubicBezTo>
                      <a:pt x="10722" y="1"/>
                      <a:pt x="13812" y="3097"/>
                      <a:pt x="13812" y="690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6"/>
              <p:cNvSpPr/>
              <p:nvPr/>
            </p:nvSpPr>
            <p:spPr>
              <a:xfrm>
                <a:off x="6746427" y="1893210"/>
                <a:ext cx="1058120" cy="1058057"/>
              </a:xfrm>
              <a:custGeom>
                <a:avLst/>
                <a:gdLst/>
                <a:ahLst/>
                <a:cxnLst/>
                <a:rect l="l" t="t" r="r" b="b"/>
                <a:pathLst>
                  <a:path w="16662" h="16661" extrusionOk="0">
                    <a:moveTo>
                      <a:pt x="8328" y="16660"/>
                    </a:moveTo>
                    <a:cubicBezTo>
                      <a:pt x="3736" y="16660"/>
                      <a:pt x="1" y="12925"/>
                      <a:pt x="1" y="8333"/>
                    </a:cubicBezTo>
                    <a:cubicBezTo>
                      <a:pt x="1" y="3735"/>
                      <a:pt x="3730" y="0"/>
                      <a:pt x="8328" y="0"/>
                    </a:cubicBezTo>
                    <a:cubicBezTo>
                      <a:pt x="12926" y="0"/>
                      <a:pt x="16661" y="3741"/>
                      <a:pt x="16661" y="8333"/>
                    </a:cubicBezTo>
                    <a:cubicBezTo>
                      <a:pt x="16661" y="12920"/>
                      <a:pt x="12920" y="16660"/>
                      <a:pt x="8328" y="16660"/>
                    </a:cubicBezTo>
                    <a:close/>
                    <a:moveTo>
                      <a:pt x="8328" y="115"/>
                    </a:moveTo>
                    <a:cubicBezTo>
                      <a:pt x="3799" y="115"/>
                      <a:pt x="110" y="3804"/>
                      <a:pt x="110" y="8339"/>
                    </a:cubicBezTo>
                    <a:cubicBezTo>
                      <a:pt x="110" y="12868"/>
                      <a:pt x="3799" y="16562"/>
                      <a:pt x="8328" y="16562"/>
                    </a:cubicBezTo>
                    <a:cubicBezTo>
                      <a:pt x="12863" y="16562"/>
                      <a:pt x="16552" y="12868"/>
                      <a:pt x="16552" y="8339"/>
                    </a:cubicBezTo>
                    <a:cubicBezTo>
                      <a:pt x="16552" y="3804"/>
                      <a:pt x="12863" y="115"/>
                      <a:pt x="8328" y="115"/>
                    </a:cubicBezTo>
                    <a:close/>
                  </a:path>
                </a:pathLst>
              </a:custGeom>
              <a:solidFill>
                <a:srgbClr val="134F5C">
                  <a:alpha val="5660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6"/>
              <p:cNvSpPr/>
              <p:nvPr/>
            </p:nvSpPr>
            <p:spPr>
              <a:xfrm>
                <a:off x="6996775" y="2145717"/>
                <a:ext cx="557383" cy="607489"/>
              </a:xfrm>
              <a:custGeom>
                <a:avLst/>
                <a:gdLst/>
                <a:ahLst/>
                <a:cxnLst/>
                <a:rect l="l" t="t" r="r" b="b"/>
                <a:pathLst>
                  <a:path w="8777" h="9566" extrusionOk="0">
                    <a:moveTo>
                      <a:pt x="8196" y="6302"/>
                    </a:moveTo>
                    <a:lnTo>
                      <a:pt x="8196" y="3149"/>
                    </a:lnTo>
                    <a:cubicBezTo>
                      <a:pt x="8524" y="3068"/>
                      <a:pt x="8777" y="2775"/>
                      <a:pt x="8777" y="2412"/>
                    </a:cubicBezTo>
                    <a:cubicBezTo>
                      <a:pt x="8777" y="1998"/>
                      <a:pt x="8437" y="1658"/>
                      <a:pt x="8023" y="1658"/>
                    </a:cubicBezTo>
                    <a:cubicBezTo>
                      <a:pt x="7793" y="1658"/>
                      <a:pt x="7580" y="1767"/>
                      <a:pt x="7448" y="1929"/>
                    </a:cubicBezTo>
                    <a:lnTo>
                      <a:pt x="5146" y="789"/>
                    </a:lnTo>
                    <a:lnTo>
                      <a:pt x="5146" y="760"/>
                    </a:lnTo>
                    <a:cubicBezTo>
                      <a:pt x="5146" y="340"/>
                      <a:pt x="4806" y="1"/>
                      <a:pt x="4386" y="1"/>
                    </a:cubicBezTo>
                    <a:cubicBezTo>
                      <a:pt x="3972" y="1"/>
                      <a:pt x="3632" y="340"/>
                      <a:pt x="3632" y="760"/>
                    </a:cubicBezTo>
                    <a:lnTo>
                      <a:pt x="3632" y="789"/>
                    </a:lnTo>
                    <a:lnTo>
                      <a:pt x="1330" y="1929"/>
                    </a:lnTo>
                    <a:cubicBezTo>
                      <a:pt x="1192" y="1767"/>
                      <a:pt x="985" y="1658"/>
                      <a:pt x="755" y="1658"/>
                    </a:cubicBezTo>
                    <a:cubicBezTo>
                      <a:pt x="340" y="1658"/>
                      <a:pt x="1" y="1998"/>
                      <a:pt x="1" y="2412"/>
                    </a:cubicBezTo>
                    <a:cubicBezTo>
                      <a:pt x="1" y="2775"/>
                      <a:pt x="243" y="3068"/>
                      <a:pt x="582" y="3149"/>
                    </a:cubicBezTo>
                    <a:lnTo>
                      <a:pt x="582" y="6302"/>
                    </a:lnTo>
                    <a:cubicBezTo>
                      <a:pt x="254" y="6383"/>
                      <a:pt x="1" y="6676"/>
                      <a:pt x="1" y="7039"/>
                    </a:cubicBezTo>
                    <a:cubicBezTo>
                      <a:pt x="1" y="7453"/>
                      <a:pt x="340" y="7793"/>
                      <a:pt x="755" y="7793"/>
                    </a:cubicBezTo>
                    <a:cubicBezTo>
                      <a:pt x="1037" y="7793"/>
                      <a:pt x="1290" y="7637"/>
                      <a:pt x="1411" y="7407"/>
                    </a:cubicBezTo>
                    <a:lnTo>
                      <a:pt x="3684" y="8535"/>
                    </a:lnTo>
                    <a:cubicBezTo>
                      <a:pt x="3649" y="8621"/>
                      <a:pt x="3632" y="8713"/>
                      <a:pt x="3632" y="8806"/>
                    </a:cubicBezTo>
                    <a:cubicBezTo>
                      <a:pt x="3632" y="9226"/>
                      <a:pt x="3972" y="9565"/>
                      <a:pt x="4386" y="9565"/>
                    </a:cubicBezTo>
                    <a:cubicBezTo>
                      <a:pt x="4806" y="9565"/>
                      <a:pt x="5146" y="9226"/>
                      <a:pt x="5146" y="8806"/>
                    </a:cubicBezTo>
                    <a:cubicBezTo>
                      <a:pt x="5146" y="8713"/>
                      <a:pt x="5123" y="8621"/>
                      <a:pt x="5094" y="8535"/>
                    </a:cubicBezTo>
                    <a:lnTo>
                      <a:pt x="7367" y="7407"/>
                    </a:lnTo>
                    <a:cubicBezTo>
                      <a:pt x="7494" y="7637"/>
                      <a:pt x="7741" y="7793"/>
                      <a:pt x="8023" y="7793"/>
                    </a:cubicBezTo>
                    <a:cubicBezTo>
                      <a:pt x="8437" y="7793"/>
                      <a:pt x="8777" y="7453"/>
                      <a:pt x="8777" y="7039"/>
                    </a:cubicBezTo>
                    <a:cubicBezTo>
                      <a:pt x="8771" y="6688"/>
                      <a:pt x="8524" y="6383"/>
                      <a:pt x="8196" y="6302"/>
                    </a:cubicBezTo>
                    <a:close/>
                    <a:moveTo>
                      <a:pt x="1221" y="6446"/>
                    </a:moveTo>
                    <a:cubicBezTo>
                      <a:pt x="1135" y="6383"/>
                      <a:pt x="1037" y="6331"/>
                      <a:pt x="927" y="6302"/>
                    </a:cubicBezTo>
                    <a:lnTo>
                      <a:pt x="927" y="3149"/>
                    </a:lnTo>
                    <a:cubicBezTo>
                      <a:pt x="1089" y="3108"/>
                      <a:pt x="1232" y="3016"/>
                      <a:pt x="1330" y="2895"/>
                    </a:cubicBezTo>
                    <a:lnTo>
                      <a:pt x="3638" y="4041"/>
                    </a:lnTo>
                    <a:cubicBezTo>
                      <a:pt x="3632" y="4081"/>
                      <a:pt x="3626" y="4133"/>
                      <a:pt x="3626" y="4173"/>
                    </a:cubicBezTo>
                    <a:cubicBezTo>
                      <a:pt x="3626" y="4535"/>
                      <a:pt x="3868" y="4829"/>
                      <a:pt x="4208" y="4910"/>
                    </a:cubicBezTo>
                    <a:lnTo>
                      <a:pt x="4208" y="4967"/>
                    </a:lnTo>
                    <a:close/>
                    <a:moveTo>
                      <a:pt x="4559" y="4915"/>
                    </a:moveTo>
                    <a:cubicBezTo>
                      <a:pt x="4892" y="4835"/>
                      <a:pt x="5134" y="4541"/>
                      <a:pt x="5134" y="4184"/>
                    </a:cubicBezTo>
                    <a:cubicBezTo>
                      <a:pt x="5134" y="4133"/>
                      <a:pt x="5128" y="4087"/>
                      <a:pt x="5123" y="4046"/>
                    </a:cubicBezTo>
                    <a:lnTo>
                      <a:pt x="7430" y="2901"/>
                    </a:lnTo>
                    <a:cubicBezTo>
                      <a:pt x="7534" y="3022"/>
                      <a:pt x="7678" y="3108"/>
                      <a:pt x="7833" y="3154"/>
                    </a:cubicBezTo>
                    <a:lnTo>
                      <a:pt x="7833" y="6314"/>
                    </a:lnTo>
                    <a:cubicBezTo>
                      <a:pt x="7724" y="6343"/>
                      <a:pt x="7626" y="6389"/>
                      <a:pt x="7540" y="6458"/>
                    </a:cubicBezTo>
                    <a:lnTo>
                      <a:pt x="4553" y="4973"/>
                    </a:lnTo>
                    <a:lnTo>
                      <a:pt x="4553" y="4915"/>
                    </a:lnTo>
                    <a:close/>
                    <a:moveTo>
                      <a:pt x="7281" y="2239"/>
                    </a:moveTo>
                    <a:cubicBezTo>
                      <a:pt x="7263" y="2297"/>
                      <a:pt x="7258" y="2349"/>
                      <a:pt x="7258" y="2412"/>
                    </a:cubicBezTo>
                    <a:cubicBezTo>
                      <a:pt x="7258" y="2470"/>
                      <a:pt x="7263" y="2527"/>
                      <a:pt x="7281" y="2585"/>
                    </a:cubicBezTo>
                    <a:lnTo>
                      <a:pt x="4985" y="3724"/>
                    </a:lnTo>
                    <a:cubicBezTo>
                      <a:pt x="4887" y="3586"/>
                      <a:pt x="4731" y="3494"/>
                      <a:pt x="4559" y="3448"/>
                    </a:cubicBezTo>
                    <a:lnTo>
                      <a:pt x="4559" y="1491"/>
                    </a:lnTo>
                    <a:cubicBezTo>
                      <a:pt x="4772" y="1439"/>
                      <a:pt x="4933" y="1313"/>
                      <a:pt x="5042" y="1134"/>
                    </a:cubicBezTo>
                    <a:close/>
                    <a:moveTo>
                      <a:pt x="3736" y="1134"/>
                    </a:moveTo>
                    <a:cubicBezTo>
                      <a:pt x="3834" y="1313"/>
                      <a:pt x="4006" y="1439"/>
                      <a:pt x="4213" y="1491"/>
                    </a:cubicBezTo>
                    <a:lnTo>
                      <a:pt x="4213" y="3448"/>
                    </a:lnTo>
                    <a:cubicBezTo>
                      <a:pt x="4041" y="3494"/>
                      <a:pt x="3897" y="3586"/>
                      <a:pt x="3793" y="3724"/>
                    </a:cubicBezTo>
                    <a:lnTo>
                      <a:pt x="1497" y="2579"/>
                    </a:lnTo>
                    <a:cubicBezTo>
                      <a:pt x="1509" y="2521"/>
                      <a:pt x="1520" y="2470"/>
                      <a:pt x="1520" y="2406"/>
                    </a:cubicBezTo>
                    <a:cubicBezTo>
                      <a:pt x="1520" y="2349"/>
                      <a:pt x="1509" y="2291"/>
                      <a:pt x="1497" y="2234"/>
                    </a:cubicBezTo>
                    <a:close/>
                    <a:moveTo>
                      <a:pt x="1445" y="6728"/>
                    </a:moveTo>
                    <a:lnTo>
                      <a:pt x="4213" y="5353"/>
                    </a:lnTo>
                    <a:lnTo>
                      <a:pt x="4213" y="8069"/>
                    </a:lnTo>
                    <a:cubicBezTo>
                      <a:pt x="4093" y="8092"/>
                      <a:pt x="3983" y="8155"/>
                      <a:pt x="3891" y="8230"/>
                    </a:cubicBezTo>
                    <a:lnTo>
                      <a:pt x="1509" y="7050"/>
                    </a:lnTo>
                    <a:lnTo>
                      <a:pt x="1509" y="7033"/>
                    </a:lnTo>
                    <a:cubicBezTo>
                      <a:pt x="1509" y="6930"/>
                      <a:pt x="1491" y="6820"/>
                      <a:pt x="1445" y="6728"/>
                    </a:cubicBezTo>
                    <a:close/>
                    <a:moveTo>
                      <a:pt x="4887" y="8242"/>
                    </a:moveTo>
                    <a:cubicBezTo>
                      <a:pt x="4789" y="8161"/>
                      <a:pt x="4685" y="8103"/>
                      <a:pt x="4559" y="8075"/>
                    </a:cubicBezTo>
                    <a:lnTo>
                      <a:pt x="4559" y="5353"/>
                    </a:lnTo>
                    <a:lnTo>
                      <a:pt x="7333" y="6728"/>
                    </a:lnTo>
                    <a:cubicBezTo>
                      <a:pt x="7286" y="6820"/>
                      <a:pt x="7263" y="6924"/>
                      <a:pt x="7263" y="7039"/>
                    </a:cubicBezTo>
                    <a:lnTo>
                      <a:pt x="7263" y="7062"/>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1" name="Google Shape;491;p36"/>
            <p:cNvSpPr/>
            <p:nvPr/>
          </p:nvSpPr>
          <p:spPr>
            <a:xfrm>
              <a:off x="8399355" y="3558815"/>
              <a:ext cx="337021" cy="271928"/>
            </a:xfrm>
            <a:custGeom>
              <a:avLst/>
              <a:gdLst/>
              <a:ahLst/>
              <a:cxnLst/>
              <a:rect l="l" t="t" r="r" b="b"/>
              <a:pathLst>
                <a:path w="5307" h="4282" fill="none" extrusionOk="0">
                  <a:moveTo>
                    <a:pt x="3782" y="0"/>
                  </a:moveTo>
                  <a:lnTo>
                    <a:pt x="4403" y="0"/>
                  </a:lnTo>
                  <a:cubicBezTo>
                    <a:pt x="4904" y="0"/>
                    <a:pt x="5307" y="403"/>
                    <a:pt x="5307" y="904"/>
                  </a:cubicBezTo>
                  <a:lnTo>
                    <a:pt x="5307" y="2429"/>
                  </a:lnTo>
                  <a:lnTo>
                    <a:pt x="5307" y="2440"/>
                  </a:lnTo>
                  <a:cubicBezTo>
                    <a:pt x="5307" y="3453"/>
                    <a:pt x="4484" y="4276"/>
                    <a:pt x="3471" y="4276"/>
                  </a:cubicBezTo>
                  <a:lnTo>
                    <a:pt x="2872" y="4276"/>
                  </a:lnTo>
                  <a:lnTo>
                    <a:pt x="2872" y="3453"/>
                  </a:lnTo>
                  <a:cubicBezTo>
                    <a:pt x="3523" y="3453"/>
                    <a:pt x="3724" y="2889"/>
                    <a:pt x="3770" y="2429"/>
                  </a:cubicBezTo>
                  <a:lnTo>
                    <a:pt x="3770" y="2429"/>
                  </a:lnTo>
                  <a:cubicBezTo>
                    <a:pt x="3275" y="2429"/>
                    <a:pt x="2872" y="2026"/>
                    <a:pt x="2872" y="1525"/>
                  </a:cubicBezTo>
                  <a:lnTo>
                    <a:pt x="2872" y="904"/>
                  </a:lnTo>
                  <a:cubicBezTo>
                    <a:pt x="2878" y="403"/>
                    <a:pt x="3281" y="0"/>
                    <a:pt x="3782" y="0"/>
                  </a:cubicBezTo>
                  <a:close/>
                  <a:moveTo>
                    <a:pt x="910" y="2434"/>
                  </a:moveTo>
                  <a:lnTo>
                    <a:pt x="910" y="2434"/>
                  </a:lnTo>
                  <a:cubicBezTo>
                    <a:pt x="852" y="2895"/>
                    <a:pt x="651" y="3459"/>
                    <a:pt x="12" y="3459"/>
                  </a:cubicBezTo>
                  <a:lnTo>
                    <a:pt x="12" y="4282"/>
                  </a:lnTo>
                  <a:lnTo>
                    <a:pt x="605" y="4282"/>
                  </a:lnTo>
                  <a:cubicBezTo>
                    <a:pt x="1624" y="4282"/>
                    <a:pt x="2441" y="3459"/>
                    <a:pt x="2441" y="2446"/>
                  </a:cubicBezTo>
                  <a:lnTo>
                    <a:pt x="2441" y="2434"/>
                  </a:lnTo>
                  <a:lnTo>
                    <a:pt x="2441" y="904"/>
                  </a:lnTo>
                  <a:cubicBezTo>
                    <a:pt x="2441" y="403"/>
                    <a:pt x="2038" y="0"/>
                    <a:pt x="1543" y="0"/>
                  </a:cubicBezTo>
                  <a:lnTo>
                    <a:pt x="916" y="0"/>
                  </a:lnTo>
                  <a:cubicBezTo>
                    <a:pt x="421" y="0"/>
                    <a:pt x="18" y="403"/>
                    <a:pt x="18" y="904"/>
                  </a:cubicBezTo>
                  <a:lnTo>
                    <a:pt x="18" y="1525"/>
                  </a:lnTo>
                  <a:cubicBezTo>
                    <a:pt x="1" y="2026"/>
                    <a:pt x="404" y="2434"/>
                    <a:pt x="910" y="2434"/>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6"/>
            <p:cNvSpPr/>
            <p:nvPr/>
          </p:nvSpPr>
          <p:spPr>
            <a:xfrm>
              <a:off x="6054669" y="4040401"/>
              <a:ext cx="411957" cy="412274"/>
            </a:xfrm>
            <a:custGeom>
              <a:avLst/>
              <a:gdLst/>
              <a:ahLst/>
              <a:cxnLst/>
              <a:rect l="l" t="t" r="r" b="b"/>
              <a:pathLst>
                <a:path w="6487" h="6492" fill="none" extrusionOk="0">
                  <a:moveTo>
                    <a:pt x="6481" y="3033"/>
                  </a:moveTo>
                  <a:cubicBezTo>
                    <a:pt x="6475" y="2930"/>
                    <a:pt x="6418" y="2843"/>
                    <a:pt x="6326" y="2809"/>
                  </a:cubicBezTo>
                  <a:lnTo>
                    <a:pt x="6078" y="2700"/>
                  </a:lnTo>
                  <a:cubicBezTo>
                    <a:pt x="6009" y="2665"/>
                    <a:pt x="5951" y="2607"/>
                    <a:pt x="5928" y="2527"/>
                  </a:cubicBezTo>
                  <a:lnTo>
                    <a:pt x="5928" y="2527"/>
                  </a:lnTo>
                  <a:cubicBezTo>
                    <a:pt x="5905" y="2446"/>
                    <a:pt x="5923" y="2372"/>
                    <a:pt x="5969" y="2302"/>
                  </a:cubicBezTo>
                  <a:lnTo>
                    <a:pt x="6130" y="2090"/>
                  </a:lnTo>
                  <a:cubicBezTo>
                    <a:pt x="6187" y="2009"/>
                    <a:pt x="6199" y="1900"/>
                    <a:pt x="6153" y="1813"/>
                  </a:cubicBezTo>
                  <a:cubicBezTo>
                    <a:pt x="6084" y="1687"/>
                    <a:pt x="6015" y="1566"/>
                    <a:pt x="5940" y="1451"/>
                  </a:cubicBezTo>
                  <a:cubicBezTo>
                    <a:pt x="5882" y="1370"/>
                    <a:pt x="5790" y="1318"/>
                    <a:pt x="5693" y="1336"/>
                  </a:cubicBezTo>
                  <a:lnTo>
                    <a:pt x="5422" y="1364"/>
                  </a:lnTo>
                  <a:cubicBezTo>
                    <a:pt x="5347" y="1370"/>
                    <a:pt x="5267" y="1341"/>
                    <a:pt x="5209" y="1284"/>
                  </a:cubicBezTo>
                  <a:lnTo>
                    <a:pt x="5209" y="1284"/>
                  </a:lnTo>
                  <a:cubicBezTo>
                    <a:pt x="5152" y="1226"/>
                    <a:pt x="5123" y="1146"/>
                    <a:pt x="5129" y="1065"/>
                  </a:cubicBezTo>
                  <a:lnTo>
                    <a:pt x="5157" y="800"/>
                  </a:lnTo>
                  <a:cubicBezTo>
                    <a:pt x="5175" y="697"/>
                    <a:pt x="5123" y="605"/>
                    <a:pt x="5042" y="547"/>
                  </a:cubicBezTo>
                  <a:cubicBezTo>
                    <a:pt x="4927" y="467"/>
                    <a:pt x="4806" y="398"/>
                    <a:pt x="4674" y="340"/>
                  </a:cubicBezTo>
                  <a:cubicBezTo>
                    <a:pt x="4588" y="294"/>
                    <a:pt x="4484" y="306"/>
                    <a:pt x="4403" y="363"/>
                  </a:cubicBezTo>
                  <a:lnTo>
                    <a:pt x="4185" y="518"/>
                  </a:lnTo>
                  <a:cubicBezTo>
                    <a:pt x="4121" y="570"/>
                    <a:pt x="4041" y="582"/>
                    <a:pt x="3960" y="565"/>
                  </a:cubicBezTo>
                  <a:lnTo>
                    <a:pt x="3960" y="565"/>
                  </a:lnTo>
                  <a:cubicBezTo>
                    <a:pt x="3885" y="542"/>
                    <a:pt x="3816" y="490"/>
                    <a:pt x="3788" y="409"/>
                  </a:cubicBezTo>
                  <a:lnTo>
                    <a:pt x="3684" y="167"/>
                  </a:lnTo>
                  <a:cubicBezTo>
                    <a:pt x="3644" y="81"/>
                    <a:pt x="3563" y="18"/>
                    <a:pt x="3460" y="6"/>
                  </a:cubicBezTo>
                  <a:cubicBezTo>
                    <a:pt x="3385" y="1"/>
                    <a:pt x="3316" y="1"/>
                    <a:pt x="3241" y="1"/>
                  </a:cubicBezTo>
                  <a:cubicBezTo>
                    <a:pt x="3172" y="1"/>
                    <a:pt x="3097" y="1"/>
                    <a:pt x="3028" y="6"/>
                  </a:cubicBezTo>
                  <a:cubicBezTo>
                    <a:pt x="2924" y="18"/>
                    <a:pt x="2850" y="75"/>
                    <a:pt x="2804" y="167"/>
                  </a:cubicBezTo>
                  <a:lnTo>
                    <a:pt x="2694" y="409"/>
                  </a:lnTo>
                  <a:cubicBezTo>
                    <a:pt x="2660" y="484"/>
                    <a:pt x="2602" y="542"/>
                    <a:pt x="2522" y="565"/>
                  </a:cubicBezTo>
                  <a:lnTo>
                    <a:pt x="2522" y="565"/>
                  </a:lnTo>
                  <a:cubicBezTo>
                    <a:pt x="2447" y="582"/>
                    <a:pt x="2366" y="570"/>
                    <a:pt x="2303" y="518"/>
                  </a:cubicBezTo>
                  <a:lnTo>
                    <a:pt x="2084" y="363"/>
                  </a:lnTo>
                  <a:cubicBezTo>
                    <a:pt x="2004" y="306"/>
                    <a:pt x="1900" y="288"/>
                    <a:pt x="1814" y="340"/>
                  </a:cubicBezTo>
                  <a:cubicBezTo>
                    <a:pt x="1681" y="403"/>
                    <a:pt x="1561" y="478"/>
                    <a:pt x="1445" y="547"/>
                  </a:cubicBezTo>
                  <a:cubicBezTo>
                    <a:pt x="1365" y="605"/>
                    <a:pt x="1313" y="697"/>
                    <a:pt x="1330" y="800"/>
                  </a:cubicBezTo>
                  <a:lnTo>
                    <a:pt x="1359" y="1065"/>
                  </a:lnTo>
                  <a:cubicBezTo>
                    <a:pt x="1365" y="1146"/>
                    <a:pt x="1336" y="1226"/>
                    <a:pt x="1279" y="1284"/>
                  </a:cubicBezTo>
                  <a:lnTo>
                    <a:pt x="1279" y="1284"/>
                  </a:lnTo>
                  <a:cubicBezTo>
                    <a:pt x="1221" y="1341"/>
                    <a:pt x="1140" y="1370"/>
                    <a:pt x="1066" y="1364"/>
                  </a:cubicBezTo>
                  <a:lnTo>
                    <a:pt x="795" y="1336"/>
                  </a:lnTo>
                  <a:cubicBezTo>
                    <a:pt x="697" y="1318"/>
                    <a:pt x="605" y="1370"/>
                    <a:pt x="548" y="1451"/>
                  </a:cubicBezTo>
                  <a:cubicBezTo>
                    <a:pt x="467" y="1566"/>
                    <a:pt x="392" y="1687"/>
                    <a:pt x="335" y="1813"/>
                  </a:cubicBezTo>
                  <a:cubicBezTo>
                    <a:pt x="294" y="1900"/>
                    <a:pt x="300" y="2009"/>
                    <a:pt x="358" y="2090"/>
                  </a:cubicBezTo>
                  <a:lnTo>
                    <a:pt x="519" y="2302"/>
                  </a:lnTo>
                  <a:cubicBezTo>
                    <a:pt x="565" y="2372"/>
                    <a:pt x="582" y="2446"/>
                    <a:pt x="559" y="2527"/>
                  </a:cubicBezTo>
                  <a:lnTo>
                    <a:pt x="559" y="2527"/>
                  </a:lnTo>
                  <a:cubicBezTo>
                    <a:pt x="536" y="2607"/>
                    <a:pt x="490" y="2671"/>
                    <a:pt x="410" y="2700"/>
                  </a:cubicBezTo>
                  <a:lnTo>
                    <a:pt x="162" y="2809"/>
                  </a:lnTo>
                  <a:cubicBezTo>
                    <a:pt x="76" y="2843"/>
                    <a:pt x="13" y="2930"/>
                    <a:pt x="7" y="3033"/>
                  </a:cubicBezTo>
                  <a:cubicBezTo>
                    <a:pt x="1" y="3102"/>
                    <a:pt x="1" y="3177"/>
                    <a:pt x="1" y="3246"/>
                  </a:cubicBezTo>
                  <a:cubicBezTo>
                    <a:pt x="1" y="3321"/>
                    <a:pt x="1" y="3390"/>
                    <a:pt x="7" y="3465"/>
                  </a:cubicBezTo>
                  <a:cubicBezTo>
                    <a:pt x="13" y="3563"/>
                    <a:pt x="70" y="3643"/>
                    <a:pt x="162" y="3684"/>
                  </a:cubicBezTo>
                  <a:lnTo>
                    <a:pt x="410" y="3793"/>
                  </a:lnTo>
                  <a:cubicBezTo>
                    <a:pt x="479" y="3822"/>
                    <a:pt x="536" y="3885"/>
                    <a:pt x="559" y="3966"/>
                  </a:cubicBezTo>
                  <a:lnTo>
                    <a:pt x="559" y="3966"/>
                  </a:lnTo>
                  <a:cubicBezTo>
                    <a:pt x="582" y="4046"/>
                    <a:pt x="565" y="4127"/>
                    <a:pt x="519" y="4190"/>
                  </a:cubicBezTo>
                  <a:lnTo>
                    <a:pt x="358" y="4403"/>
                  </a:lnTo>
                  <a:cubicBezTo>
                    <a:pt x="300" y="4484"/>
                    <a:pt x="289" y="4593"/>
                    <a:pt x="335" y="4679"/>
                  </a:cubicBezTo>
                  <a:cubicBezTo>
                    <a:pt x="404" y="4806"/>
                    <a:pt x="473" y="4932"/>
                    <a:pt x="548" y="5048"/>
                  </a:cubicBezTo>
                  <a:cubicBezTo>
                    <a:pt x="605" y="5122"/>
                    <a:pt x="697" y="5174"/>
                    <a:pt x="795" y="5163"/>
                  </a:cubicBezTo>
                  <a:lnTo>
                    <a:pt x="1066" y="5134"/>
                  </a:lnTo>
                  <a:cubicBezTo>
                    <a:pt x="1140" y="5122"/>
                    <a:pt x="1221" y="5151"/>
                    <a:pt x="1279" y="5209"/>
                  </a:cubicBezTo>
                  <a:lnTo>
                    <a:pt x="1279" y="5209"/>
                  </a:lnTo>
                  <a:cubicBezTo>
                    <a:pt x="1336" y="5266"/>
                    <a:pt x="1365" y="5347"/>
                    <a:pt x="1359" y="5427"/>
                  </a:cubicBezTo>
                  <a:lnTo>
                    <a:pt x="1330" y="5692"/>
                  </a:lnTo>
                  <a:cubicBezTo>
                    <a:pt x="1313" y="5796"/>
                    <a:pt x="1365" y="5888"/>
                    <a:pt x="1445" y="5945"/>
                  </a:cubicBezTo>
                  <a:cubicBezTo>
                    <a:pt x="1561" y="6026"/>
                    <a:pt x="1681" y="6095"/>
                    <a:pt x="1814" y="6152"/>
                  </a:cubicBezTo>
                  <a:cubicBezTo>
                    <a:pt x="1900" y="6198"/>
                    <a:pt x="2004" y="6187"/>
                    <a:pt x="2084" y="6129"/>
                  </a:cubicBezTo>
                  <a:lnTo>
                    <a:pt x="2303" y="5974"/>
                  </a:lnTo>
                  <a:cubicBezTo>
                    <a:pt x="2366" y="5922"/>
                    <a:pt x="2447" y="5911"/>
                    <a:pt x="2522" y="5928"/>
                  </a:cubicBezTo>
                  <a:lnTo>
                    <a:pt x="2522" y="5928"/>
                  </a:lnTo>
                  <a:cubicBezTo>
                    <a:pt x="2602" y="5951"/>
                    <a:pt x="2665" y="6003"/>
                    <a:pt x="2694" y="6083"/>
                  </a:cubicBezTo>
                  <a:lnTo>
                    <a:pt x="2804" y="6325"/>
                  </a:lnTo>
                  <a:cubicBezTo>
                    <a:pt x="2838" y="6411"/>
                    <a:pt x="2924" y="6475"/>
                    <a:pt x="3028" y="6486"/>
                  </a:cubicBezTo>
                  <a:cubicBezTo>
                    <a:pt x="3097" y="6492"/>
                    <a:pt x="3172" y="6492"/>
                    <a:pt x="3241" y="6492"/>
                  </a:cubicBezTo>
                  <a:cubicBezTo>
                    <a:pt x="3316" y="6492"/>
                    <a:pt x="3385" y="6492"/>
                    <a:pt x="3460" y="6486"/>
                  </a:cubicBezTo>
                  <a:cubicBezTo>
                    <a:pt x="3557" y="6475"/>
                    <a:pt x="3644" y="6417"/>
                    <a:pt x="3684" y="6325"/>
                  </a:cubicBezTo>
                  <a:lnTo>
                    <a:pt x="3788" y="6083"/>
                  </a:lnTo>
                  <a:cubicBezTo>
                    <a:pt x="3828" y="6009"/>
                    <a:pt x="3885" y="5951"/>
                    <a:pt x="3960" y="5928"/>
                  </a:cubicBezTo>
                  <a:lnTo>
                    <a:pt x="3960" y="5928"/>
                  </a:lnTo>
                  <a:cubicBezTo>
                    <a:pt x="4041" y="5911"/>
                    <a:pt x="4121" y="5922"/>
                    <a:pt x="4185" y="5974"/>
                  </a:cubicBezTo>
                  <a:lnTo>
                    <a:pt x="4403" y="6129"/>
                  </a:lnTo>
                  <a:cubicBezTo>
                    <a:pt x="4484" y="6187"/>
                    <a:pt x="4588" y="6204"/>
                    <a:pt x="4674" y="6152"/>
                  </a:cubicBezTo>
                  <a:cubicBezTo>
                    <a:pt x="4806" y="6089"/>
                    <a:pt x="4927" y="6014"/>
                    <a:pt x="5042" y="5945"/>
                  </a:cubicBezTo>
                  <a:cubicBezTo>
                    <a:pt x="5123" y="5888"/>
                    <a:pt x="5175" y="5796"/>
                    <a:pt x="5157" y="5692"/>
                  </a:cubicBezTo>
                  <a:lnTo>
                    <a:pt x="5129" y="5427"/>
                  </a:lnTo>
                  <a:cubicBezTo>
                    <a:pt x="5123" y="5347"/>
                    <a:pt x="5152" y="5266"/>
                    <a:pt x="5209" y="5209"/>
                  </a:cubicBezTo>
                  <a:lnTo>
                    <a:pt x="5209" y="5209"/>
                  </a:lnTo>
                  <a:cubicBezTo>
                    <a:pt x="5267" y="5151"/>
                    <a:pt x="5347" y="5122"/>
                    <a:pt x="5422" y="5134"/>
                  </a:cubicBezTo>
                  <a:lnTo>
                    <a:pt x="5693" y="5163"/>
                  </a:lnTo>
                  <a:cubicBezTo>
                    <a:pt x="5790" y="5174"/>
                    <a:pt x="5882" y="5122"/>
                    <a:pt x="5940" y="5048"/>
                  </a:cubicBezTo>
                  <a:cubicBezTo>
                    <a:pt x="6021" y="4932"/>
                    <a:pt x="6095" y="4806"/>
                    <a:pt x="6153" y="4679"/>
                  </a:cubicBezTo>
                  <a:cubicBezTo>
                    <a:pt x="6193" y="4593"/>
                    <a:pt x="6187" y="4484"/>
                    <a:pt x="6130" y="4403"/>
                  </a:cubicBezTo>
                  <a:lnTo>
                    <a:pt x="5969" y="4190"/>
                  </a:lnTo>
                  <a:cubicBezTo>
                    <a:pt x="5923" y="4127"/>
                    <a:pt x="5905" y="4046"/>
                    <a:pt x="5928" y="3966"/>
                  </a:cubicBezTo>
                  <a:lnTo>
                    <a:pt x="5928" y="3966"/>
                  </a:lnTo>
                  <a:cubicBezTo>
                    <a:pt x="5951" y="3885"/>
                    <a:pt x="5998" y="3822"/>
                    <a:pt x="6078" y="3793"/>
                  </a:cubicBezTo>
                  <a:lnTo>
                    <a:pt x="6326" y="3684"/>
                  </a:lnTo>
                  <a:cubicBezTo>
                    <a:pt x="6412" y="3649"/>
                    <a:pt x="6475" y="3563"/>
                    <a:pt x="6481" y="3465"/>
                  </a:cubicBezTo>
                  <a:cubicBezTo>
                    <a:pt x="6487" y="3390"/>
                    <a:pt x="6487" y="3321"/>
                    <a:pt x="6487" y="3246"/>
                  </a:cubicBezTo>
                  <a:cubicBezTo>
                    <a:pt x="6487" y="3166"/>
                    <a:pt x="6487" y="3097"/>
                    <a:pt x="6481" y="3033"/>
                  </a:cubicBezTo>
                  <a:close/>
                  <a:moveTo>
                    <a:pt x="3252" y="4368"/>
                  </a:moveTo>
                  <a:cubicBezTo>
                    <a:pt x="2631" y="4368"/>
                    <a:pt x="2130" y="3868"/>
                    <a:pt x="2130" y="3246"/>
                  </a:cubicBezTo>
                  <a:cubicBezTo>
                    <a:pt x="2130" y="2631"/>
                    <a:pt x="2631" y="2124"/>
                    <a:pt x="3252" y="2124"/>
                  </a:cubicBezTo>
                  <a:cubicBezTo>
                    <a:pt x="3868" y="2124"/>
                    <a:pt x="4375" y="2631"/>
                    <a:pt x="4375" y="3246"/>
                  </a:cubicBezTo>
                  <a:cubicBezTo>
                    <a:pt x="4375" y="3868"/>
                    <a:pt x="3868" y="4368"/>
                    <a:pt x="3252" y="4368"/>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6"/>
            <p:cNvSpPr/>
            <p:nvPr/>
          </p:nvSpPr>
          <p:spPr>
            <a:xfrm>
              <a:off x="6379556" y="1780922"/>
              <a:ext cx="412338" cy="411893"/>
            </a:xfrm>
            <a:custGeom>
              <a:avLst/>
              <a:gdLst/>
              <a:ahLst/>
              <a:cxnLst/>
              <a:rect l="l" t="t" r="r" b="b"/>
              <a:pathLst>
                <a:path w="6493" h="6486" fill="none" extrusionOk="0">
                  <a:moveTo>
                    <a:pt x="6486" y="3027"/>
                  </a:moveTo>
                  <a:cubicBezTo>
                    <a:pt x="6475" y="2929"/>
                    <a:pt x="6417" y="2837"/>
                    <a:pt x="6325" y="2803"/>
                  </a:cubicBezTo>
                  <a:lnTo>
                    <a:pt x="6084" y="2693"/>
                  </a:lnTo>
                  <a:cubicBezTo>
                    <a:pt x="6009" y="2665"/>
                    <a:pt x="5951" y="2601"/>
                    <a:pt x="5928" y="2521"/>
                  </a:cubicBezTo>
                  <a:lnTo>
                    <a:pt x="5928" y="2521"/>
                  </a:lnTo>
                  <a:cubicBezTo>
                    <a:pt x="5911" y="2446"/>
                    <a:pt x="5922" y="2365"/>
                    <a:pt x="5974" y="2302"/>
                  </a:cubicBezTo>
                  <a:lnTo>
                    <a:pt x="6130" y="2083"/>
                  </a:lnTo>
                  <a:cubicBezTo>
                    <a:pt x="6187" y="2009"/>
                    <a:pt x="6204" y="1899"/>
                    <a:pt x="6153" y="1813"/>
                  </a:cubicBezTo>
                  <a:cubicBezTo>
                    <a:pt x="6089" y="1681"/>
                    <a:pt x="6014" y="1560"/>
                    <a:pt x="5945" y="1445"/>
                  </a:cubicBezTo>
                  <a:cubicBezTo>
                    <a:pt x="5888" y="1364"/>
                    <a:pt x="5796" y="1312"/>
                    <a:pt x="5692" y="1330"/>
                  </a:cubicBezTo>
                  <a:lnTo>
                    <a:pt x="5427" y="1358"/>
                  </a:lnTo>
                  <a:cubicBezTo>
                    <a:pt x="5347" y="1364"/>
                    <a:pt x="5266" y="1335"/>
                    <a:pt x="5209" y="1278"/>
                  </a:cubicBezTo>
                  <a:lnTo>
                    <a:pt x="5209" y="1278"/>
                  </a:lnTo>
                  <a:cubicBezTo>
                    <a:pt x="5151" y="1220"/>
                    <a:pt x="5122" y="1145"/>
                    <a:pt x="5134" y="1065"/>
                  </a:cubicBezTo>
                  <a:lnTo>
                    <a:pt x="5163" y="800"/>
                  </a:lnTo>
                  <a:cubicBezTo>
                    <a:pt x="5174" y="696"/>
                    <a:pt x="5122" y="604"/>
                    <a:pt x="5048" y="547"/>
                  </a:cubicBezTo>
                  <a:cubicBezTo>
                    <a:pt x="4927" y="466"/>
                    <a:pt x="4806" y="397"/>
                    <a:pt x="4679" y="340"/>
                  </a:cubicBezTo>
                  <a:cubicBezTo>
                    <a:pt x="4593" y="294"/>
                    <a:pt x="4484" y="299"/>
                    <a:pt x="4403" y="357"/>
                  </a:cubicBezTo>
                  <a:lnTo>
                    <a:pt x="4190" y="518"/>
                  </a:lnTo>
                  <a:cubicBezTo>
                    <a:pt x="4127" y="570"/>
                    <a:pt x="4046" y="581"/>
                    <a:pt x="3966" y="558"/>
                  </a:cubicBezTo>
                  <a:lnTo>
                    <a:pt x="3966" y="558"/>
                  </a:lnTo>
                  <a:cubicBezTo>
                    <a:pt x="3885" y="535"/>
                    <a:pt x="3822" y="489"/>
                    <a:pt x="3793" y="409"/>
                  </a:cubicBezTo>
                  <a:lnTo>
                    <a:pt x="3684" y="167"/>
                  </a:lnTo>
                  <a:cubicBezTo>
                    <a:pt x="3649" y="81"/>
                    <a:pt x="3563" y="12"/>
                    <a:pt x="3459" y="6"/>
                  </a:cubicBezTo>
                  <a:cubicBezTo>
                    <a:pt x="3390" y="0"/>
                    <a:pt x="3315" y="0"/>
                    <a:pt x="3246" y="0"/>
                  </a:cubicBezTo>
                  <a:cubicBezTo>
                    <a:pt x="3172" y="0"/>
                    <a:pt x="3103" y="0"/>
                    <a:pt x="3028" y="6"/>
                  </a:cubicBezTo>
                  <a:cubicBezTo>
                    <a:pt x="2930" y="12"/>
                    <a:pt x="2849" y="69"/>
                    <a:pt x="2809" y="167"/>
                  </a:cubicBezTo>
                  <a:lnTo>
                    <a:pt x="2700" y="409"/>
                  </a:lnTo>
                  <a:cubicBezTo>
                    <a:pt x="2671" y="484"/>
                    <a:pt x="2608" y="541"/>
                    <a:pt x="2527" y="558"/>
                  </a:cubicBezTo>
                  <a:lnTo>
                    <a:pt x="2527" y="558"/>
                  </a:lnTo>
                  <a:cubicBezTo>
                    <a:pt x="2446" y="581"/>
                    <a:pt x="2366" y="570"/>
                    <a:pt x="2303" y="518"/>
                  </a:cubicBezTo>
                  <a:lnTo>
                    <a:pt x="2090" y="357"/>
                  </a:lnTo>
                  <a:cubicBezTo>
                    <a:pt x="2009" y="299"/>
                    <a:pt x="1900" y="288"/>
                    <a:pt x="1813" y="340"/>
                  </a:cubicBezTo>
                  <a:cubicBezTo>
                    <a:pt x="1687" y="403"/>
                    <a:pt x="1560" y="472"/>
                    <a:pt x="1445" y="547"/>
                  </a:cubicBezTo>
                  <a:cubicBezTo>
                    <a:pt x="1370" y="604"/>
                    <a:pt x="1319" y="696"/>
                    <a:pt x="1330" y="800"/>
                  </a:cubicBezTo>
                  <a:lnTo>
                    <a:pt x="1359" y="1065"/>
                  </a:lnTo>
                  <a:cubicBezTo>
                    <a:pt x="1370" y="1145"/>
                    <a:pt x="1342" y="1220"/>
                    <a:pt x="1284" y="1278"/>
                  </a:cubicBezTo>
                  <a:lnTo>
                    <a:pt x="1284" y="1278"/>
                  </a:lnTo>
                  <a:cubicBezTo>
                    <a:pt x="1226" y="1335"/>
                    <a:pt x="1146" y="1364"/>
                    <a:pt x="1065" y="1358"/>
                  </a:cubicBezTo>
                  <a:lnTo>
                    <a:pt x="801" y="1330"/>
                  </a:lnTo>
                  <a:cubicBezTo>
                    <a:pt x="697" y="1318"/>
                    <a:pt x="605" y="1364"/>
                    <a:pt x="547" y="1445"/>
                  </a:cubicBezTo>
                  <a:cubicBezTo>
                    <a:pt x="467" y="1560"/>
                    <a:pt x="398" y="1681"/>
                    <a:pt x="340" y="1813"/>
                  </a:cubicBezTo>
                  <a:cubicBezTo>
                    <a:pt x="294" y="1899"/>
                    <a:pt x="306" y="2003"/>
                    <a:pt x="363" y="2083"/>
                  </a:cubicBezTo>
                  <a:lnTo>
                    <a:pt x="519" y="2302"/>
                  </a:lnTo>
                  <a:cubicBezTo>
                    <a:pt x="570" y="2365"/>
                    <a:pt x="582" y="2446"/>
                    <a:pt x="565" y="2521"/>
                  </a:cubicBezTo>
                  <a:lnTo>
                    <a:pt x="565" y="2521"/>
                  </a:lnTo>
                  <a:cubicBezTo>
                    <a:pt x="542" y="2601"/>
                    <a:pt x="490" y="2665"/>
                    <a:pt x="409" y="2693"/>
                  </a:cubicBezTo>
                  <a:lnTo>
                    <a:pt x="168" y="2803"/>
                  </a:lnTo>
                  <a:cubicBezTo>
                    <a:pt x="81" y="2837"/>
                    <a:pt x="18" y="2924"/>
                    <a:pt x="6" y="3027"/>
                  </a:cubicBezTo>
                  <a:cubicBezTo>
                    <a:pt x="1" y="3102"/>
                    <a:pt x="1" y="3171"/>
                    <a:pt x="1" y="3246"/>
                  </a:cubicBezTo>
                  <a:cubicBezTo>
                    <a:pt x="1" y="3315"/>
                    <a:pt x="1" y="3390"/>
                    <a:pt x="6" y="3459"/>
                  </a:cubicBezTo>
                  <a:cubicBezTo>
                    <a:pt x="18" y="3557"/>
                    <a:pt x="75" y="3637"/>
                    <a:pt x="168" y="3683"/>
                  </a:cubicBezTo>
                  <a:lnTo>
                    <a:pt x="409" y="3793"/>
                  </a:lnTo>
                  <a:cubicBezTo>
                    <a:pt x="484" y="3821"/>
                    <a:pt x="542" y="3885"/>
                    <a:pt x="565" y="3965"/>
                  </a:cubicBezTo>
                  <a:lnTo>
                    <a:pt x="565" y="3965"/>
                  </a:lnTo>
                  <a:cubicBezTo>
                    <a:pt x="582" y="4040"/>
                    <a:pt x="570" y="4121"/>
                    <a:pt x="519" y="4184"/>
                  </a:cubicBezTo>
                  <a:lnTo>
                    <a:pt x="363" y="4403"/>
                  </a:lnTo>
                  <a:cubicBezTo>
                    <a:pt x="306" y="4483"/>
                    <a:pt x="288" y="4587"/>
                    <a:pt x="340" y="4673"/>
                  </a:cubicBezTo>
                  <a:cubicBezTo>
                    <a:pt x="404" y="4805"/>
                    <a:pt x="478" y="4926"/>
                    <a:pt x="547" y="5041"/>
                  </a:cubicBezTo>
                  <a:cubicBezTo>
                    <a:pt x="605" y="5122"/>
                    <a:pt x="697" y="5174"/>
                    <a:pt x="801" y="5156"/>
                  </a:cubicBezTo>
                  <a:lnTo>
                    <a:pt x="1065" y="5128"/>
                  </a:lnTo>
                  <a:cubicBezTo>
                    <a:pt x="1146" y="5122"/>
                    <a:pt x="1226" y="5151"/>
                    <a:pt x="1284" y="5208"/>
                  </a:cubicBezTo>
                  <a:lnTo>
                    <a:pt x="1284" y="5208"/>
                  </a:lnTo>
                  <a:cubicBezTo>
                    <a:pt x="1342" y="5266"/>
                    <a:pt x="1370" y="5346"/>
                    <a:pt x="1359" y="5421"/>
                  </a:cubicBezTo>
                  <a:lnTo>
                    <a:pt x="1330" y="5692"/>
                  </a:lnTo>
                  <a:cubicBezTo>
                    <a:pt x="1319" y="5789"/>
                    <a:pt x="1370" y="5882"/>
                    <a:pt x="1445" y="5939"/>
                  </a:cubicBezTo>
                  <a:cubicBezTo>
                    <a:pt x="1560" y="6020"/>
                    <a:pt x="1687" y="6094"/>
                    <a:pt x="1813" y="6152"/>
                  </a:cubicBezTo>
                  <a:cubicBezTo>
                    <a:pt x="1900" y="6192"/>
                    <a:pt x="2009" y="6187"/>
                    <a:pt x="2090" y="6129"/>
                  </a:cubicBezTo>
                  <a:lnTo>
                    <a:pt x="2303" y="5968"/>
                  </a:lnTo>
                  <a:cubicBezTo>
                    <a:pt x="2366" y="5922"/>
                    <a:pt x="2446" y="5905"/>
                    <a:pt x="2527" y="5928"/>
                  </a:cubicBezTo>
                  <a:lnTo>
                    <a:pt x="2527" y="5928"/>
                  </a:lnTo>
                  <a:cubicBezTo>
                    <a:pt x="2608" y="5951"/>
                    <a:pt x="2671" y="5997"/>
                    <a:pt x="2700" y="6077"/>
                  </a:cubicBezTo>
                  <a:lnTo>
                    <a:pt x="2809" y="6325"/>
                  </a:lnTo>
                  <a:cubicBezTo>
                    <a:pt x="2844" y="6411"/>
                    <a:pt x="2930" y="6474"/>
                    <a:pt x="3028" y="6480"/>
                  </a:cubicBezTo>
                  <a:cubicBezTo>
                    <a:pt x="3103" y="6486"/>
                    <a:pt x="3172" y="6486"/>
                    <a:pt x="3246" y="6486"/>
                  </a:cubicBezTo>
                  <a:cubicBezTo>
                    <a:pt x="3315" y="6486"/>
                    <a:pt x="3390" y="6486"/>
                    <a:pt x="3459" y="6480"/>
                  </a:cubicBezTo>
                  <a:cubicBezTo>
                    <a:pt x="3563" y="6474"/>
                    <a:pt x="3643" y="6417"/>
                    <a:pt x="3684" y="6325"/>
                  </a:cubicBezTo>
                  <a:lnTo>
                    <a:pt x="3793" y="6077"/>
                  </a:lnTo>
                  <a:cubicBezTo>
                    <a:pt x="3822" y="6008"/>
                    <a:pt x="3885" y="5951"/>
                    <a:pt x="3966" y="5928"/>
                  </a:cubicBezTo>
                  <a:lnTo>
                    <a:pt x="3966" y="5928"/>
                  </a:lnTo>
                  <a:cubicBezTo>
                    <a:pt x="4046" y="5905"/>
                    <a:pt x="4121" y="5922"/>
                    <a:pt x="4190" y="5968"/>
                  </a:cubicBezTo>
                  <a:lnTo>
                    <a:pt x="4403" y="6129"/>
                  </a:lnTo>
                  <a:cubicBezTo>
                    <a:pt x="4484" y="6187"/>
                    <a:pt x="4593" y="6198"/>
                    <a:pt x="4679" y="6152"/>
                  </a:cubicBezTo>
                  <a:cubicBezTo>
                    <a:pt x="4806" y="6083"/>
                    <a:pt x="4927" y="6014"/>
                    <a:pt x="5048" y="5939"/>
                  </a:cubicBezTo>
                  <a:cubicBezTo>
                    <a:pt x="5122" y="5882"/>
                    <a:pt x="5174" y="5789"/>
                    <a:pt x="5163" y="5692"/>
                  </a:cubicBezTo>
                  <a:lnTo>
                    <a:pt x="5134" y="5421"/>
                  </a:lnTo>
                  <a:cubicBezTo>
                    <a:pt x="5122" y="5346"/>
                    <a:pt x="5151" y="5266"/>
                    <a:pt x="5209" y="5208"/>
                  </a:cubicBezTo>
                  <a:lnTo>
                    <a:pt x="5209" y="5208"/>
                  </a:lnTo>
                  <a:cubicBezTo>
                    <a:pt x="5266" y="5151"/>
                    <a:pt x="5347" y="5122"/>
                    <a:pt x="5427" y="5128"/>
                  </a:cubicBezTo>
                  <a:lnTo>
                    <a:pt x="5692" y="5156"/>
                  </a:lnTo>
                  <a:cubicBezTo>
                    <a:pt x="5796" y="5174"/>
                    <a:pt x="5888" y="5122"/>
                    <a:pt x="5945" y="5041"/>
                  </a:cubicBezTo>
                  <a:cubicBezTo>
                    <a:pt x="6026" y="4926"/>
                    <a:pt x="6095" y="4805"/>
                    <a:pt x="6153" y="4673"/>
                  </a:cubicBezTo>
                  <a:cubicBezTo>
                    <a:pt x="6199" y="4587"/>
                    <a:pt x="6187" y="4483"/>
                    <a:pt x="6130" y="4403"/>
                  </a:cubicBezTo>
                  <a:lnTo>
                    <a:pt x="5974" y="4184"/>
                  </a:lnTo>
                  <a:cubicBezTo>
                    <a:pt x="5922" y="4121"/>
                    <a:pt x="5911" y="4040"/>
                    <a:pt x="5928" y="3965"/>
                  </a:cubicBezTo>
                  <a:lnTo>
                    <a:pt x="5928" y="3965"/>
                  </a:lnTo>
                  <a:cubicBezTo>
                    <a:pt x="5951" y="3885"/>
                    <a:pt x="6003" y="3821"/>
                    <a:pt x="6084" y="3793"/>
                  </a:cubicBezTo>
                  <a:lnTo>
                    <a:pt x="6325" y="3683"/>
                  </a:lnTo>
                  <a:cubicBezTo>
                    <a:pt x="6412" y="3649"/>
                    <a:pt x="6475" y="3562"/>
                    <a:pt x="6486" y="3459"/>
                  </a:cubicBezTo>
                  <a:cubicBezTo>
                    <a:pt x="6492" y="3390"/>
                    <a:pt x="6492" y="3315"/>
                    <a:pt x="6492" y="3246"/>
                  </a:cubicBezTo>
                  <a:cubicBezTo>
                    <a:pt x="6492" y="3171"/>
                    <a:pt x="6486" y="3102"/>
                    <a:pt x="6486" y="3027"/>
                  </a:cubicBezTo>
                  <a:close/>
                  <a:moveTo>
                    <a:pt x="3246" y="4368"/>
                  </a:moveTo>
                  <a:cubicBezTo>
                    <a:pt x="2625" y="4368"/>
                    <a:pt x="2124" y="3862"/>
                    <a:pt x="2124" y="3246"/>
                  </a:cubicBezTo>
                  <a:cubicBezTo>
                    <a:pt x="2124" y="2624"/>
                    <a:pt x="2625" y="2124"/>
                    <a:pt x="3246" y="2124"/>
                  </a:cubicBezTo>
                  <a:cubicBezTo>
                    <a:pt x="3868" y="2124"/>
                    <a:pt x="4369" y="2624"/>
                    <a:pt x="4369" y="3246"/>
                  </a:cubicBezTo>
                  <a:cubicBezTo>
                    <a:pt x="4369" y="3862"/>
                    <a:pt x="3868" y="4368"/>
                    <a:pt x="3246" y="4368"/>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4" name="Google Shape;494;p36"/>
            <p:cNvGrpSpPr/>
            <p:nvPr/>
          </p:nvGrpSpPr>
          <p:grpSpPr>
            <a:xfrm>
              <a:off x="7261919" y="2979030"/>
              <a:ext cx="842315" cy="841757"/>
              <a:chOff x="7273478" y="2705981"/>
              <a:chExt cx="1055136" cy="1054437"/>
            </a:xfrm>
          </p:grpSpPr>
          <p:sp>
            <p:nvSpPr>
              <p:cNvPr id="495" name="Google Shape;495;p36"/>
              <p:cNvSpPr/>
              <p:nvPr/>
            </p:nvSpPr>
            <p:spPr>
              <a:xfrm>
                <a:off x="7363723" y="2795527"/>
                <a:ext cx="874273" cy="874273"/>
              </a:xfrm>
              <a:custGeom>
                <a:avLst/>
                <a:gdLst/>
                <a:ahLst/>
                <a:cxnLst/>
                <a:rect l="l" t="t" r="r" b="b"/>
                <a:pathLst>
                  <a:path w="13767" h="13767" extrusionOk="0">
                    <a:moveTo>
                      <a:pt x="13766" y="6884"/>
                    </a:moveTo>
                    <a:cubicBezTo>
                      <a:pt x="13766" y="10687"/>
                      <a:pt x="10682" y="13766"/>
                      <a:pt x="6883" y="13766"/>
                    </a:cubicBezTo>
                    <a:cubicBezTo>
                      <a:pt x="3080" y="13766"/>
                      <a:pt x="1" y="10687"/>
                      <a:pt x="1" y="6884"/>
                    </a:cubicBezTo>
                    <a:cubicBezTo>
                      <a:pt x="1" y="3080"/>
                      <a:pt x="3080" y="1"/>
                      <a:pt x="6883" y="1"/>
                    </a:cubicBezTo>
                    <a:cubicBezTo>
                      <a:pt x="10682" y="1"/>
                      <a:pt x="13766" y="3080"/>
                      <a:pt x="13766" y="688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6"/>
              <p:cNvSpPr/>
              <p:nvPr/>
            </p:nvSpPr>
            <p:spPr>
              <a:xfrm>
                <a:off x="7273478" y="2705981"/>
                <a:ext cx="1055136" cy="1054437"/>
              </a:xfrm>
              <a:custGeom>
                <a:avLst/>
                <a:gdLst/>
                <a:ahLst/>
                <a:cxnLst/>
                <a:rect l="l" t="t" r="r" b="b"/>
                <a:pathLst>
                  <a:path w="16615" h="16604" extrusionOk="0">
                    <a:moveTo>
                      <a:pt x="8304" y="16604"/>
                    </a:moveTo>
                    <a:cubicBezTo>
                      <a:pt x="3724" y="16604"/>
                      <a:pt x="0" y="12874"/>
                      <a:pt x="0" y="8299"/>
                    </a:cubicBezTo>
                    <a:cubicBezTo>
                      <a:pt x="0" y="3718"/>
                      <a:pt x="3729" y="1"/>
                      <a:pt x="8304" y="1"/>
                    </a:cubicBezTo>
                    <a:cubicBezTo>
                      <a:pt x="12880" y="1"/>
                      <a:pt x="16603" y="3724"/>
                      <a:pt x="16603" y="8299"/>
                    </a:cubicBezTo>
                    <a:cubicBezTo>
                      <a:pt x="16614" y="12874"/>
                      <a:pt x="12885" y="16604"/>
                      <a:pt x="8304" y="16604"/>
                    </a:cubicBezTo>
                    <a:close/>
                    <a:moveTo>
                      <a:pt x="8304" y="99"/>
                    </a:moveTo>
                    <a:cubicBezTo>
                      <a:pt x="3787" y="99"/>
                      <a:pt x="110" y="3776"/>
                      <a:pt x="110" y="8294"/>
                    </a:cubicBezTo>
                    <a:cubicBezTo>
                      <a:pt x="110" y="12811"/>
                      <a:pt x="3787" y="16488"/>
                      <a:pt x="8304" y="16488"/>
                    </a:cubicBezTo>
                    <a:cubicBezTo>
                      <a:pt x="12822" y="16488"/>
                      <a:pt x="16499" y="12811"/>
                      <a:pt x="16499" y="8294"/>
                    </a:cubicBezTo>
                    <a:cubicBezTo>
                      <a:pt x="16499" y="3776"/>
                      <a:pt x="12822" y="99"/>
                      <a:pt x="8304" y="99"/>
                    </a:cubicBezTo>
                    <a:close/>
                  </a:path>
                </a:pathLst>
              </a:custGeom>
              <a:solidFill>
                <a:srgbClr val="134F5C">
                  <a:alpha val="5660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6"/>
              <p:cNvSpPr/>
              <p:nvPr/>
            </p:nvSpPr>
            <p:spPr>
              <a:xfrm>
                <a:off x="7594909" y="3046603"/>
                <a:ext cx="412274" cy="411957"/>
              </a:xfrm>
              <a:custGeom>
                <a:avLst/>
                <a:gdLst/>
                <a:ahLst/>
                <a:cxnLst/>
                <a:rect l="l" t="t" r="r" b="b"/>
                <a:pathLst>
                  <a:path w="6492" h="6487" fill="none" extrusionOk="0">
                    <a:moveTo>
                      <a:pt x="6486" y="3028"/>
                    </a:moveTo>
                    <a:cubicBezTo>
                      <a:pt x="6475" y="2930"/>
                      <a:pt x="6417" y="2844"/>
                      <a:pt x="6325" y="2804"/>
                    </a:cubicBezTo>
                    <a:lnTo>
                      <a:pt x="6083" y="2700"/>
                    </a:lnTo>
                    <a:cubicBezTo>
                      <a:pt x="6009" y="2671"/>
                      <a:pt x="5951" y="2602"/>
                      <a:pt x="5928" y="2527"/>
                    </a:cubicBezTo>
                    <a:lnTo>
                      <a:pt x="5928" y="2527"/>
                    </a:lnTo>
                    <a:cubicBezTo>
                      <a:pt x="5911" y="2447"/>
                      <a:pt x="5922" y="2366"/>
                      <a:pt x="5974" y="2303"/>
                    </a:cubicBezTo>
                    <a:lnTo>
                      <a:pt x="6129" y="2084"/>
                    </a:lnTo>
                    <a:cubicBezTo>
                      <a:pt x="6187" y="2004"/>
                      <a:pt x="6204" y="1900"/>
                      <a:pt x="6152" y="1814"/>
                    </a:cubicBezTo>
                    <a:cubicBezTo>
                      <a:pt x="6089" y="1681"/>
                      <a:pt x="6014" y="1561"/>
                      <a:pt x="5945" y="1445"/>
                    </a:cubicBezTo>
                    <a:cubicBezTo>
                      <a:pt x="5888" y="1365"/>
                      <a:pt x="5796" y="1313"/>
                      <a:pt x="5692" y="1330"/>
                    </a:cubicBezTo>
                    <a:lnTo>
                      <a:pt x="5427" y="1359"/>
                    </a:lnTo>
                    <a:cubicBezTo>
                      <a:pt x="5347" y="1365"/>
                      <a:pt x="5266" y="1336"/>
                      <a:pt x="5209" y="1279"/>
                    </a:cubicBezTo>
                    <a:lnTo>
                      <a:pt x="5209" y="1279"/>
                    </a:lnTo>
                    <a:cubicBezTo>
                      <a:pt x="5151" y="1221"/>
                      <a:pt x="5122" y="1140"/>
                      <a:pt x="5128" y="1066"/>
                    </a:cubicBezTo>
                    <a:lnTo>
                      <a:pt x="5157" y="795"/>
                    </a:lnTo>
                    <a:cubicBezTo>
                      <a:pt x="5174" y="697"/>
                      <a:pt x="5122" y="605"/>
                      <a:pt x="5042" y="548"/>
                    </a:cubicBezTo>
                    <a:cubicBezTo>
                      <a:pt x="4927" y="467"/>
                      <a:pt x="4806" y="392"/>
                      <a:pt x="4679" y="335"/>
                    </a:cubicBezTo>
                    <a:cubicBezTo>
                      <a:pt x="4593" y="294"/>
                      <a:pt x="4483" y="300"/>
                      <a:pt x="4403" y="358"/>
                    </a:cubicBezTo>
                    <a:lnTo>
                      <a:pt x="4190" y="519"/>
                    </a:lnTo>
                    <a:cubicBezTo>
                      <a:pt x="4121" y="565"/>
                      <a:pt x="4046" y="582"/>
                      <a:pt x="3966" y="559"/>
                    </a:cubicBezTo>
                    <a:lnTo>
                      <a:pt x="3966" y="559"/>
                    </a:lnTo>
                    <a:cubicBezTo>
                      <a:pt x="3885" y="536"/>
                      <a:pt x="3822" y="490"/>
                      <a:pt x="3793" y="410"/>
                    </a:cubicBezTo>
                    <a:lnTo>
                      <a:pt x="3684" y="162"/>
                    </a:lnTo>
                    <a:cubicBezTo>
                      <a:pt x="3649" y="76"/>
                      <a:pt x="3563" y="13"/>
                      <a:pt x="3459" y="7"/>
                    </a:cubicBezTo>
                    <a:cubicBezTo>
                      <a:pt x="3390" y="1"/>
                      <a:pt x="3315" y="1"/>
                      <a:pt x="3246" y="1"/>
                    </a:cubicBezTo>
                    <a:cubicBezTo>
                      <a:pt x="3171" y="1"/>
                      <a:pt x="3102" y="1"/>
                      <a:pt x="3028" y="7"/>
                    </a:cubicBezTo>
                    <a:cubicBezTo>
                      <a:pt x="2930" y="13"/>
                      <a:pt x="2849" y="70"/>
                      <a:pt x="2809" y="162"/>
                    </a:cubicBezTo>
                    <a:lnTo>
                      <a:pt x="2699" y="410"/>
                    </a:lnTo>
                    <a:cubicBezTo>
                      <a:pt x="2665" y="479"/>
                      <a:pt x="2607" y="536"/>
                      <a:pt x="2527" y="559"/>
                    </a:cubicBezTo>
                    <a:lnTo>
                      <a:pt x="2527" y="559"/>
                    </a:lnTo>
                    <a:cubicBezTo>
                      <a:pt x="2446" y="582"/>
                      <a:pt x="2366" y="565"/>
                      <a:pt x="2302" y="519"/>
                    </a:cubicBezTo>
                    <a:lnTo>
                      <a:pt x="2089" y="358"/>
                    </a:lnTo>
                    <a:cubicBezTo>
                      <a:pt x="2009" y="300"/>
                      <a:pt x="1900" y="289"/>
                      <a:pt x="1813" y="335"/>
                    </a:cubicBezTo>
                    <a:cubicBezTo>
                      <a:pt x="1687" y="404"/>
                      <a:pt x="1560" y="473"/>
                      <a:pt x="1445" y="548"/>
                    </a:cubicBezTo>
                    <a:cubicBezTo>
                      <a:pt x="1370" y="605"/>
                      <a:pt x="1318" y="697"/>
                      <a:pt x="1330" y="795"/>
                    </a:cubicBezTo>
                    <a:lnTo>
                      <a:pt x="1359" y="1066"/>
                    </a:lnTo>
                    <a:cubicBezTo>
                      <a:pt x="1370" y="1140"/>
                      <a:pt x="1341" y="1221"/>
                      <a:pt x="1284" y="1279"/>
                    </a:cubicBezTo>
                    <a:lnTo>
                      <a:pt x="1284" y="1279"/>
                    </a:lnTo>
                    <a:cubicBezTo>
                      <a:pt x="1226" y="1336"/>
                      <a:pt x="1146" y="1365"/>
                      <a:pt x="1065" y="1359"/>
                    </a:cubicBezTo>
                    <a:lnTo>
                      <a:pt x="800" y="1330"/>
                    </a:lnTo>
                    <a:cubicBezTo>
                      <a:pt x="697" y="1313"/>
                      <a:pt x="605" y="1365"/>
                      <a:pt x="547" y="1445"/>
                    </a:cubicBezTo>
                    <a:cubicBezTo>
                      <a:pt x="467" y="1561"/>
                      <a:pt x="398" y="1681"/>
                      <a:pt x="340" y="1814"/>
                    </a:cubicBezTo>
                    <a:cubicBezTo>
                      <a:pt x="294" y="1900"/>
                      <a:pt x="305" y="2004"/>
                      <a:pt x="363" y="2084"/>
                    </a:cubicBezTo>
                    <a:lnTo>
                      <a:pt x="518" y="2303"/>
                    </a:lnTo>
                    <a:cubicBezTo>
                      <a:pt x="570" y="2366"/>
                      <a:pt x="582" y="2447"/>
                      <a:pt x="564" y="2527"/>
                    </a:cubicBezTo>
                    <a:lnTo>
                      <a:pt x="564" y="2527"/>
                    </a:lnTo>
                    <a:cubicBezTo>
                      <a:pt x="541" y="2602"/>
                      <a:pt x="490" y="2671"/>
                      <a:pt x="409" y="2700"/>
                    </a:cubicBezTo>
                    <a:lnTo>
                      <a:pt x="167" y="2804"/>
                    </a:lnTo>
                    <a:cubicBezTo>
                      <a:pt x="81" y="2844"/>
                      <a:pt x="18" y="2924"/>
                      <a:pt x="6" y="3028"/>
                    </a:cubicBezTo>
                    <a:cubicBezTo>
                      <a:pt x="0" y="3103"/>
                      <a:pt x="0" y="3172"/>
                      <a:pt x="0" y="3247"/>
                    </a:cubicBezTo>
                    <a:cubicBezTo>
                      <a:pt x="0" y="3316"/>
                      <a:pt x="0" y="3391"/>
                      <a:pt x="6" y="3460"/>
                    </a:cubicBezTo>
                    <a:cubicBezTo>
                      <a:pt x="18" y="3563"/>
                      <a:pt x="75" y="3650"/>
                      <a:pt x="167" y="3684"/>
                    </a:cubicBezTo>
                    <a:lnTo>
                      <a:pt x="409" y="3793"/>
                    </a:lnTo>
                    <a:cubicBezTo>
                      <a:pt x="484" y="3828"/>
                      <a:pt x="541" y="3886"/>
                      <a:pt x="564" y="3966"/>
                    </a:cubicBezTo>
                    <a:lnTo>
                      <a:pt x="564" y="3966"/>
                    </a:lnTo>
                    <a:cubicBezTo>
                      <a:pt x="582" y="4041"/>
                      <a:pt x="570" y="4121"/>
                      <a:pt x="518" y="4185"/>
                    </a:cubicBezTo>
                    <a:lnTo>
                      <a:pt x="363" y="4403"/>
                    </a:lnTo>
                    <a:cubicBezTo>
                      <a:pt x="305" y="4484"/>
                      <a:pt x="288" y="4588"/>
                      <a:pt x="340" y="4674"/>
                    </a:cubicBezTo>
                    <a:cubicBezTo>
                      <a:pt x="403" y="4806"/>
                      <a:pt x="478" y="4927"/>
                      <a:pt x="547" y="5042"/>
                    </a:cubicBezTo>
                    <a:cubicBezTo>
                      <a:pt x="605" y="5123"/>
                      <a:pt x="697" y="5175"/>
                      <a:pt x="800" y="5157"/>
                    </a:cubicBezTo>
                    <a:lnTo>
                      <a:pt x="1065" y="5129"/>
                    </a:lnTo>
                    <a:cubicBezTo>
                      <a:pt x="1146" y="5123"/>
                      <a:pt x="1226" y="5152"/>
                      <a:pt x="1284" y="5209"/>
                    </a:cubicBezTo>
                    <a:lnTo>
                      <a:pt x="1284" y="5209"/>
                    </a:lnTo>
                    <a:cubicBezTo>
                      <a:pt x="1341" y="5267"/>
                      <a:pt x="1370" y="5347"/>
                      <a:pt x="1359" y="5422"/>
                    </a:cubicBezTo>
                    <a:lnTo>
                      <a:pt x="1330" y="5693"/>
                    </a:lnTo>
                    <a:cubicBezTo>
                      <a:pt x="1318" y="5790"/>
                      <a:pt x="1370" y="5882"/>
                      <a:pt x="1445" y="5940"/>
                    </a:cubicBezTo>
                    <a:cubicBezTo>
                      <a:pt x="1560" y="6021"/>
                      <a:pt x="1687" y="6095"/>
                      <a:pt x="1813" y="6153"/>
                    </a:cubicBezTo>
                    <a:cubicBezTo>
                      <a:pt x="1900" y="6193"/>
                      <a:pt x="2009" y="6187"/>
                      <a:pt x="2089" y="6130"/>
                    </a:cubicBezTo>
                    <a:lnTo>
                      <a:pt x="2302" y="5969"/>
                    </a:lnTo>
                    <a:cubicBezTo>
                      <a:pt x="2366" y="5923"/>
                      <a:pt x="2446" y="5905"/>
                      <a:pt x="2527" y="5928"/>
                    </a:cubicBezTo>
                    <a:lnTo>
                      <a:pt x="2527" y="5928"/>
                    </a:lnTo>
                    <a:cubicBezTo>
                      <a:pt x="2607" y="5951"/>
                      <a:pt x="2671" y="5998"/>
                      <a:pt x="2699" y="6078"/>
                    </a:cubicBezTo>
                    <a:lnTo>
                      <a:pt x="2809" y="6326"/>
                    </a:lnTo>
                    <a:cubicBezTo>
                      <a:pt x="2843" y="6412"/>
                      <a:pt x="2930" y="6475"/>
                      <a:pt x="3028" y="6481"/>
                    </a:cubicBezTo>
                    <a:cubicBezTo>
                      <a:pt x="3102" y="6487"/>
                      <a:pt x="3171" y="6487"/>
                      <a:pt x="3246" y="6487"/>
                    </a:cubicBezTo>
                    <a:cubicBezTo>
                      <a:pt x="3315" y="6487"/>
                      <a:pt x="3390" y="6487"/>
                      <a:pt x="3459" y="6481"/>
                    </a:cubicBezTo>
                    <a:cubicBezTo>
                      <a:pt x="3563" y="6475"/>
                      <a:pt x="3649" y="6418"/>
                      <a:pt x="3684" y="6326"/>
                    </a:cubicBezTo>
                    <a:lnTo>
                      <a:pt x="3793" y="6078"/>
                    </a:lnTo>
                    <a:cubicBezTo>
                      <a:pt x="3827" y="6009"/>
                      <a:pt x="3885" y="5951"/>
                      <a:pt x="3966" y="5928"/>
                    </a:cubicBezTo>
                    <a:lnTo>
                      <a:pt x="3966" y="5928"/>
                    </a:lnTo>
                    <a:cubicBezTo>
                      <a:pt x="4046" y="5905"/>
                      <a:pt x="4121" y="5923"/>
                      <a:pt x="4190" y="5969"/>
                    </a:cubicBezTo>
                    <a:lnTo>
                      <a:pt x="4403" y="6130"/>
                    </a:lnTo>
                    <a:cubicBezTo>
                      <a:pt x="4483" y="6187"/>
                      <a:pt x="4593" y="6199"/>
                      <a:pt x="4679" y="6153"/>
                    </a:cubicBezTo>
                    <a:cubicBezTo>
                      <a:pt x="4806" y="6084"/>
                      <a:pt x="4927" y="6015"/>
                      <a:pt x="5042" y="5940"/>
                    </a:cubicBezTo>
                    <a:cubicBezTo>
                      <a:pt x="5122" y="5882"/>
                      <a:pt x="5174" y="5790"/>
                      <a:pt x="5157" y="5693"/>
                    </a:cubicBezTo>
                    <a:lnTo>
                      <a:pt x="5128" y="5422"/>
                    </a:lnTo>
                    <a:cubicBezTo>
                      <a:pt x="5122" y="5347"/>
                      <a:pt x="5151" y="5267"/>
                      <a:pt x="5209" y="5209"/>
                    </a:cubicBezTo>
                    <a:lnTo>
                      <a:pt x="5209" y="5209"/>
                    </a:lnTo>
                    <a:cubicBezTo>
                      <a:pt x="5266" y="5152"/>
                      <a:pt x="5347" y="5123"/>
                      <a:pt x="5427" y="5129"/>
                    </a:cubicBezTo>
                    <a:lnTo>
                      <a:pt x="5692" y="5157"/>
                    </a:lnTo>
                    <a:cubicBezTo>
                      <a:pt x="5796" y="5175"/>
                      <a:pt x="5888" y="5123"/>
                      <a:pt x="5945" y="5042"/>
                    </a:cubicBezTo>
                    <a:cubicBezTo>
                      <a:pt x="6026" y="4927"/>
                      <a:pt x="6095" y="4806"/>
                      <a:pt x="6152" y="4674"/>
                    </a:cubicBezTo>
                    <a:cubicBezTo>
                      <a:pt x="6198" y="4588"/>
                      <a:pt x="6187" y="4484"/>
                      <a:pt x="6129" y="4403"/>
                    </a:cubicBezTo>
                    <a:lnTo>
                      <a:pt x="5974" y="4185"/>
                    </a:lnTo>
                    <a:cubicBezTo>
                      <a:pt x="5922" y="4121"/>
                      <a:pt x="5911" y="4041"/>
                      <a:pt x="5928" y="3966"/>
                    </a:cubicBezTo>
                    <a:lnTo>
                      <a:pt x="5928" y="3966"/>
                    </a:lnTo>
                    <a:cubicBezTo>
                      <a:pt x="5951" y="3886"/>
                      <a:pt x="6003" y="3822"/>
                      <a:pt x="6083" y="3793"/>
                    </a:cubicBezTo>
                    <a:lnTo>
                      <a:pt x="6325" y="3684"/>
                    </a:lnTo>
                    <a:cubicBezTo>
                      <a:pt x="6411" y="3650"/>
                      <a:pt x="6475" y="3563"/>
                      <a:pt x="6486" y="3460"/>
                    </a:cubicBezTo>
                    <a:cubicBezTo>
                      <a:pt x="6492" y="3391"/>
                      <a:pt x="6492" y="3316"/>
                      <a:pt x="6492" y="3247"/>
                    </a:cubicBezTo>
                    <a:cubicBezTo>
                      <a:pt x="6492" y="3172"/>
                      <a:pt x="6486" y="3103"/>
                      <a:pt x="6486" y="3028"/>
                    </a:cubicBezTo>
                    <a:close/>
                    <a:moveTo>
                      <a:pt x="3246" y="4369"/>
                    </a:moveTo>
                    <a:cubicBezTo>
                      <a:pt x="2630" y="4369"/>
                      <a:pt x="2124" y="3862"/>
                      <a:pt x="2124" y="3247"/>
                    </a:cubicBezTo>
                    <a:cubicBezTo>
                      <a:pt x="2124" y="2625"/>
                      <a:pt x="2630" y="2125"/>
                      <a:pt x="3246" y="2125"/>
                    </a:cubicBezTo>
                    <a:cubicBezTo>
                      <a:pt x="3868" y="2125"/>
                      <a:pt x="4368" y="2625"/>
                      <a:pt x="4368" y="3247"/>
                    </a:cubicBezTo>
                    <a:cubicBezTo>
                      <a:pt x="4368" y="3862"/>
                      <a:pt x="3868" y="4369"/>
                      <a:pt x="3246" y="4369"/>
                    </a:cubicBezTo>
                    <a:close/>
                  </a:path>
                </a:pathLst>
              </a:custGeom>
              <a:solidFill>
                <a:schemeClr val="accent4"/>
              </a:solidFill>
              <a:ln w="28575" cap="flat" cmpd="sng">
                <a:solidFill>
                  <a:schemeClr val="accent4"/>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 name="Google Shape;498;p36"/>
            <p:cNvGrpSpPr/>
            <p:nvPr/>
          </p:nvGrpSpPr>
          <p:grpSpPr>
            <a:xfrm>
              <a:off x="7287500" y="1402030"/>
              <a:ext cx="791159" cy="608287"/>
              <a:chOff x="7349773" y="264075"/>
              <a:chExt cx="961077" cy="738930"/>
            </a:xfrm>
          </p:grpSpPr>
          <p:sp>
            <p:nvSpPr>
              <p:cNvPr id="499" name="Google Shape;499;p36"/>
              <p:cNvSpPr/>
              <p:nvPr/>
            </p:nvSpPr>
            <p:spPr>
              <a:xfrm>
                <a:off x="7349773" y="516552"/>
                <a:ext cx="280396" cy="280396"/>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6"/>
              <p:cNvSpPr/>
              <p:nvPr/>
            </p:nvSpPr>
            <p:spPr>
              <a:xfrm>
                <a:off x="7766124" y="796950"/>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6"/>
              <p:cNvSpPr/>
              <p:nvPr/>
            </p:nvSpPr>
            <p:spPr>
              <a:xfrm>
                <a:off x="8159525" y="264075"/>
                <a:ext cx="151325" cy="15132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502" name="Google Shape;502;p36"/>
          <p:cNvCxnSpPr>
            <a:stCxn id="467" idx="3"/>
          </p:cNvCxnSpPr>
          <p:nvPr/>
        </p:nvCxnSpPr>
        <p:spPr>
          <a:xfrm rot="10800000" flipH="1">
            <a:off x="4764900" y="1058050"/>
            <a:ext cx="240900" cy="2436300"/>
          </a:xfrm>
          <a:prstGeom prst="bentConnector2">
            <a:avLst/>
          </a:prstGeom>
          <a:noFill/>
          <a:ln w="19050" cap="flat" cmpd="sng">
            <a:solidFill>
              <a:schemeClr val="lt2"/>
            </a:solidFill>
            <a:prstDash val="solid"/>
            <a:round/>
            <a:headEnd type="none" w="med" len="med"/>
            <a:tailEnd type="oval" w="med" len="med"/>
          </a:ln>
        </p:spPr>
      </p:cxnSp>
      <p:cxnSp>
        <p:nvCxnSpPr>
          <p:cNvPr id="503" name="Google Shape;503;p36"/>
          <p:cNvCxnSpPr/>
          <p:nvPr/>
        </p:nvCxnSpPr>
        <p:spPr>
          <a:xfrm rot="10800000" flipH="1">
            <a:off x="-329025" y="4087775"/>
            <a:ext cx="3096900" cy="913200"/>
          </a:xfrm>
          <a:prstGeom prst="bentConnector3">
            <a:avLst>
              <a:gd name="adj1" fmla="val 50000"/>
            </a:avLst>
          </a:prstGeom>
          <a:noFill/>
          <a:ln w="19050" cap="flat" cmpd="sng">
            <a:solidFill>
              <a:schemeClr val="lt2"/>
            </a:solidFill>
            <a:prstDash val="solid"/>
            <a:round/>
            <a:headEnd type="none" w="med" len="med"/>
            <a:tailEnd type="oval"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38"/>
          <p:cNvSpPr txBox="1">
            <a:spLocks noGrp="1"/>
          </p:cNvSpPr>
          <p:nvPr>
            <p:ph type="title"/>
          </p:nvPr>
        </p:nvSpPr>
        <p:spPr>
          <a:xfrm>
            <a:off x="720000" y="42216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Introduction</a:t>
            </a:r>
            <a:endParaRPr dirty="0"/>
          </a:p>
        </p:txBody>
      </p:sp>
      <p:sp>
        <p:nvSpPr>
          <p:cNvPr id="3" name="Rectangle 2">
            <a:extLst>
              <a:ext uri="{FF2B5EF4-FFF2-40B4-BE49-F238E27FC236}">
                <a16:creationId xmlns:a16="http://schemas.microsoft.com/office/drawing/2014/main" id="{2200C86A-EF62-4988-5B10-AA25B13CA1D7}"/>
              </a:ext>
            </a:extLst>
          </p:cNvPr>
          <p:cNvSpPr>
            <a:spLocks noChangeArrowheads="1"/>
          </p:cNvSpPr>
          <p:nvPr/>
        </p:nvSpPr>
        <p:spPr bwMode="auto">
          <a:xfrm>
            <a:off x="720000" y="1430401"/>
            <a:ext cx="7895855"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US" alt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Chronic kidney disease remains a significant challenge, as traditional diagnostic approaches heavily depend on laboratory tests and clinical expertise, which may fail to capture subtle early-stage indicators. Machine learning techniques enhance early detection by leveraging patient data to identify disease risk before noticeable symptoms develop. Various ML models have been applied for this purpose, including Logistic Regression, Support Vector Machines (SVM), K-Nearest Neighbors (KNN), Decision Trees, Random Forest, and Gradient Boosting.</a:t>
            </a: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7963039B-B688-BE4E-E5B8-FE8AB4758DDA}"/>
            </a:ext>
          </a:extLst>
        </p:cNvPr>
        <p:cNvGrpSpPr/>
        <p:nvPr/>
      </p:nvGrpSpPr>
      <p:grpSpPr>
        <a:xfrm>
          <a:off x="0" y="0"/>
          <a:ext cx="0" cy="0"/>
          <a:chOff x="0" y="0"/>
          <a:chExt cx="0" cy="0"/>
        </a:xfrm>
      </p:grpSpPr>
      <p:sp>
        <p:nvSpPr>
          <p:cNvPr id="524" name="Google Shape;524;p38">
            <a:extLst>
              <a:ext uri="{FF2B5EF4-FFF2-40B4-BE49-F238E27FC236}">
                <a16:creationId xmlns:a16="http://schemas.microsoft.com/office/drawing/2014/main" id="{0FE29602-9531-20CF-0407-2E9121F7AEB8}"/>
              </a:ext>
            </a:extLst>
          </p:cNvPr>
          <p:cNvSpPr txBox="1">
            <a:spLocks noGrp="1"/>
          </p:cNvSpPr>
          <p:nvPr>
            <p:ph type="title"/>
          </p:nvPr>
        </p:nvSpPr>
        <p:spPr>
          <a:xfrm>
            <a:off x="720000" y="45264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Machine learning</a:t>
            </a:r>
            <a:endParaRPr dirty="0"/>
          </a:p>
        </p:txBody>
      </p:sp>
      <p:sp>
        <p:nvSpPr>
          <p:cNvPr id="3" name="TextBox 2">
            <a:extLst>
              <a:ext uri="{FF2B5EF4-FFF2-40B4-BE49-F238E27FC236}">
                <a16:creationId xmlns:a16="http://schemas.microsoft.com/office/drawing/2014/main" id="{DFF5B3D9-ECA9-FEEA-6072-0AF91E169785}"/>
              </a:ext>
            </a:extLst>
          </p:cNvPr>
          <p:cNvSpPr txBox="1"/>
          <p:nvPr/>
        </p:nvSpPr>
        <p:spPr>
          <a:xfrm>
            <a:off x="720000" y="1248311"/>
            <a:ext cx="7773369" cy="2308324"/>
          </a:xfrm>
          <a:prstGeom prst="rect">
            <a:avLst/>
          </a:prstGeom>
          <a:noFill/>
        </p:spPr>
        <p:txBody>
          <a:bodyPr wrap="square">
            <a:spAutoFit/>
          </a:bodyPr>
          <a:lstStyle/>
          <a:p>
            <a:r>
              <a:rPr lang="en-US" sz="1800" b="1" dirty="0">
                <a:solidFill>
                  <a:schemeClr val="bg2"/>
                </a:solidFill>
                <a:latin typeface="Calibri" panose="020F0502020204030204" pitchFamily="34" charset="0"/>
                <a:ea typeface="Calibri" panose="020F0502020204030204" pitchFamily="34" charset="0"/>
                <a:cs typeface="Calibri" panose="020F0502020204030204" pitchFamily="34" charset="0"/>
              </a:rPr>
              <a:t>Models are trained on labeled data to classify or predict outcomes:</a:t>
            </a:r>
          </a:p>
          <a:p>
            <a:endParaRPr lang="en-US" sz="1800" b="1"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Logistic Regression are Simple models and easy to understand.</a:t>
            </a:r>
          </a:p>
          <a:p>
            <a:pPr marL="285750" indent="-285750">
              <a:buFont typeface="Arial" panose="020B0604020202020204" pitchFamily="34" charset="0"/>
              <a:buChar char="•"/>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SVM tries to separate classes with the best possible boundary.</a:t>
            </a:r>
          </a:p>
          <a:p>
            <a:pPr marL="285750" indent="-285750">
              <a:buFont typeface="Arial" panose="020B0604020202020204" pitchFamily="34" charset="0"/>
              <a:buChar char="•"/>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KNN makes predictions by looking at the most similar data points nearby.</a:t>
            </a:r>
          </a:p>
          <a:p>
            <a:pPr marL="285750" indent="-285750">
              <a:buFont typeface="Arial" panose="020B0604020202020204" pitchFamily="34" charset="0"/>
              <a:buChar char="•"/>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Decision Trees follow a set of rules to classify data.</a:t>
            </a:r>
          </a:p>
          <a:p>
            <a:pPr marL="285750" indent="-285750">
              <a:buFont typeface="Arial" panose="020B0604020202020204" pitchFamily="34" charset="0"/>
              <a:buChar char="•"/>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Random Forest and Gradient Boosting combine many trees to make more accurate predictions.</a:t>
            </a:r>
          </a:p>
        </p:txBody>
      </p:sp>
    </p:spTree>
    <p:extLst>
      <p:ext uri="{BB962C8B-B14F-4D97-AF65-F5344CB8AC3E}">
        <p14:creationId xmlns:p14="http://schemas.microsoft.com/office/powerpoint/2010/main" val="1938247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65">
          <a:extLst>
            <a:ext uri="{FF2B5EF4-FFF2-40B4-BE49-F238E27FC236}">
              <a16:creationId xmlns:a16="http://schemas.microsoft.com/office/drawing/2014/main" id="{6BE0F46F-F969-8CB0-690F-365299D9D088}"/>
            </a:ext>
          </a:extLst>
        </p:cNvPr>
        <p:cNvGrpSpPr/>
        <p:nvPr/>
      </p:nvGrpSpPr>
      <p:grpSpPr>
        <a:xfrm>
          <a:off x="0" y="0"/>
          <a:ext cx="0" cy="0"/>
          <a:chOff x="0" y="0"/>
          <a:chExt cx="0" cy="0"/>
        </a:xfrm>
      </p:grpSpPr>
      <p:sp>
        <p:nvSpPr>
          <p:cNvPr id="466" name="Google Shape;466;p36">
            <a:extLst>
              <a:ext uri="{FF2B5EF4-FFF2-40B4-BE49-F238E27FC236}">
                <a16:creationId xmlns:a16="http://schemas.microsoft.com/office/drawing/2014/main" id="{18E1B149-BA80-77A3-1CEA-EB61AF0C844F}"/>
              </a:ext>
            </a:extLst>
          </p:cNvPr>
          <p:cNvSpPr txBox="1">
            <a:spLocks noGrp="1"/>
          </p:cNvSpPr>
          <p:nvPr>
            <p:ph type="title"/>
          </p:nvPr>
        </p:nvSpPr>
        <p:spPr>
          <a:xfrm>
            <a:off x="720000" y="2303250"/>
            <a:ext cx="4044900" cy="84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Methodology</a:t>
            </a:r>
            <a:endParaRPr dirty="0"/>
          </a:p>
        </p:txBody>
      </p:sp>
      <p:sp>
        <p:nvSpPr>
          <p:cNvPr id="467" name="Google Shape;467;p36">
            <a:extLst>
              <a:ext uri="{FF2B5EF4-FFF2-40B4-BE49-F238E27FC236}">
                <a16:creationId xmlns:a16="http://schemas.microsoft.com/office/drawing/2014/main" id="{68F81FDA-8E7A-ADED-F974-85B0A3397E1F}"/>
              </a:ext>
            </a:extLst>
          </p:cNvPr>
          <p:cNvSpPr txBox="1">
            <a:spLocks noGrp="1"/>
          </p:cNvSpPr>
          <p:nvPr>
            <p:ph type="subTitle" idx="1"/>
          </p:nvPr>
        </p:nvSpPr>
        <p:spPr>
          <a:xfrm>
            <a:off x="720000" y="3311500"/>
            <a:ext cx="4044900" cy="365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endParaRPr dirty="0"/>
          </a:p>
        </p:txBody>
      </p:sp>
      <p:sp>
        <p:nvSpPr>
          <p:cNvPr id="468" name="Google Shape;468;p36">
            <a:extLst>
              <a:ext uri="{FF2B5EF4-FFF2-40B4-BE49-F238E27FC236}">
                <a16:creationId xmlns:a16="http://schemas.microsoft.com/office/drawing/2014/main" id="{E450E8EE-203E-7FD0-B973-7EADCD3969EB}"/>
              </a:ext>
            </a:extLst>
          </p:cNvPr>
          <p:cNvSpPr txBox="1">
            <a:spLocks noGrp="1"/>
          </p:cNvSpPr>
          <p:nvPr>
            <p:ph type="title" idx="2"/>
          </p:nvPr>
        </p:nvSpPr>
        <p:spPr>
          <a:xfrm>
            <a:off x="3249975" y="1014475"/>
            <a:ext cx="1411800" cy="899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grpSp>
        <p:nvGrpSpPr>
          <p:cNvPr id="469" name="Google Shape;469;p36">
            <a:extLst>
              <a:ext uri="{FF2B5EF4-FFF2-40B4-BE49-F238E27FC236}">
                <a16:creationId xmlns:a16="http://schemas.microsoft.com/office/drawing/2014/main" id="{DBF83BE6-E0D2-2D54-2AA3-B0AF012756A7}"/>
              </a:ext>
            </a:extLst>
          </p:cNvPr>
          <p:cNvGrpSpPr/>
          <p:nvPr/>
        </p:nvGrpSpPr>
        <p:grpSpPr>
          <a:xfrm>
            <a:off x="5504532" y="1402030"/>
            <a:ext cx="3231844" cy="3156274"/>
            <a:chOff x="5504532" y="1402030"/>
            <a:chExt cx="3231844" cy="3156274"/>
          </a:xfrm>
        </p:grpSpPr>
        <p:sp>
          <p:nvSpPr>
            <p:cNvPr id="470" name="Google Shape;470;p36">
              <a:extLst>
                <a:ext uri="{FF2B5EF4-FFF2-40B4-BE49-F238E27FC236}">
                  <a16:creationId xmlns:a16="http://schemas.microsoft.com/office/drawing/2014/main" id="{AD0BE6AD-3B7A-BF21-5189-F17EB67DADBC}"/>
                </a:ext>
              </a:extLst>
            </p:cNvPr>
            <p:cNvSpPr/>
            <p:nvPr/>
          </p:nvSpPr>
          <p:spPr>
            <a:xfrm>
              <a:off x="8185993" y="2196872"/>
              <a:ext cx="412338" cy="411893"/>
            </a:xfrm>
            <a:custGeom>
              <a:avLst/>
              <a:gdLst/>
              <a:ahLst/>
              <a:cxnLst/>
              <a:rect l="l" t="t" r="r" b="b"/>
              <a:pathLst>
                <a:path w="6493" h="6486" fill="none" extrusionOk="0">
                  <a:moveTo>
                    <a:pt x="6486" y="3027"/>
                  </a:moveTo>
                  <a:cubicBezTo>
                    <a:pt x="6475" y="2929"/>
                    <a:pt x="6417" y="2837"/>
                    <a:pt x="6325" y="2803"/>
                  </a:cubicBezTo>
                  <a:lnTo>
                    <a:pt x="6084" y="2693"/>
                  </a:lnTo>
                  <a:cubicBezTo>
                    <a:pt x="6009" y="2665"/>
                    <a:pt x="5951" y="2601"/>
                    <a:pt x="5928" y="2521"/>
                  </a:cubicBezTo>
                  <a:lnTo>
                    <a:pt x="5928" y="2521"/>
                  </a:lnTo>
                  <a:cubicBezTo>
                    <a:pt x="5911" y="2446"/>
                    <a:pt x="5922" y="2365"/>
                    <a:pt x="5974" y="2302"/>
                  </a:cubicBezTo>
                  <a:lnTo>
                    <a:pt x="6130" y="2083"/>
                  </a:lnTo>
                  <a:cubicBezTo>
                    <a:pt x="6187" y="2009"/>
                    <a:pt x="6204" y="1899"/>
                    <a:pt x="6153" y="1813"/>
                  </a:cubicBezTo>
                  <a:cubicBezTo>
                    <a:pt x="6089" y="1681"/>
                    <a:pt x="6014" y="1560"/>
                    <a:pt x="5945" y="1445"/>
                  </a:cubicBezTo>
                  <a:cubicBezTo>
                    <a:pt x="5888" y="1364"/>
                    <a:pt x="5796" y="1312"/>
                    <a:pt x="5692" y="1330"/>
                  </a:cubicBezTo>
                  <a:lnTo>
                    <a:pt x="5427" y="1358"/>
                  </a:lnTo>
                  <a:cubicBezTo>
                    <a:pt x="5347" y="1364"/>
                    <a:pt x="5266" y="1335"/>
                    <a:pt x="5209" y="1278"/>
                  </a:cubicBezTo>
                  <a:lnTo>
                    <a:pt x="5209" y="1278"/>
                  </a:lnTo>
                  <a:cubicBezTo>
                    <a:pt x="5151" y="1220"/>
                    <a:pt x="5122" y="1145"/>
                    <a:pt x="5134" y="1065"/>
                  </a:cubicBezTo>
                  <a:lnTo>
                    <a:pt x="5163" y="800"/>
                  </a:lnTo>
                  <a:cubicBezTo>
                    <a:pt x="5174" y="696"/>
                    <a:pt x="5122" y="604"/>
                    <a:pt x="5048" y="547"/>
                  </a:cubicBezTo>
                  <a:cubicBezTo>
                    <a:pt x="4927" y="466"/>
                    <a:pt x="4806" y="397"/>
                    <a:pt x="4679" y="340"/>
                  </a:cubicBezTo>
                  <a:cubicBezTo>
                    <a:pt x="4593" y="294"/>
                    <a:pt x="4484" y="299"/>
                    <a:pt x="4403" y="357"/>
                  </a:cubicBezTo>
                  <a:lnTo>
                    <a:pt x="4190" y="518"/>
                  </a:lnTo>
                  <a:cubicBezTo>
                    <a:pt x="4127" y="570"/>
                    <a:pt x="4046" y="581"/>
                    <a:pt x="3966" y="558"/>
                  </a:cubicBezTo>
                  <a:lnTo>
                    <a:pt x="3966" y="558"/>
                  </a:lnTo>
                  <a:cubicBezTo>
                    <a:pt x="3885" y="535"/>
                    <a:pt x="3822" y="489"/>
                    <a:pt x="3793" y="409"/>
                  </a:cubicBezTo>
                  <a:lnTo>
                    <a:pt x="3684" y="167"/>
                  </a:lnTo>
                  <a:cubicBezTo>
                    <a:pt x="3649" y="81"/>
                    <a:pt x="3563" y="12"/>
                    <a:pt x="3459" y="6"/>
                  </a:cubicBezTo>
                  <a:cubicBezTo>
                    <a:pt x="3390" y="0"/>
                    <a:pt x="3315" y="0"/>
                    <a:pt x="3246" y="0"/>
                  </a:cubicBezTo>
                  <a:cubicBezTo>
                    <a:pt x="3172" y="0"/>
                    <a:pt x="3103" y="0"/>
                    <a:pt x="3028" y="6"/>
                  </a:cubicBezTo>
                  <a:cubicBezTo>
                    <a:pt x="2930" y="12"/>
                    <a:pt x="2849" y="69"/>
                    <a:pt x="2809" y="167"/>
                  </a:cubicBezTo>
                  <a:lnTo>
                    <a:pt x="2700" y="409"/>
                  </a:lnTo>
                  <a:cubicBezTo>
                    <a:pt x="2671" y="484"/>
                    <a:pt x="2608" y="541"/>
                    <a:pt x="2527" y="558"/>
                  </a:cubicBezTo>
                  <a:lnTo>
                    <a:pt x="2527" y="558"/>
                  </a:lnTo>
                  <a:cubicBezTo>
                    <a:pt x="2446" y="581"/>
                    <a:pt x="2366" y="570"/>
                    <a:pt x="2303" y="518"/>
                  </a:cubicBezTo>
                  <a:lnTo>
                    <a:pt x="2090" y="357"/>
                  </a:lnTo>
                  <a:cubicBezTo>
                    <a:pt x="2009" y="299"/>
                    <a:pt x="1900" y="288"/>
                    <a:pt x="1813" y="340"/>
                  </a:cubicBezTo>
                  <a:cubicBezTo>
                    <a:pt x="1687" y="403"/>
                    <a:pt x="1560" y="472"/>
                    <a:pt x="1445" y="547"/>
                  </a:cubicBezTo>
                  <a:cubicBezTo>
                    <a:pt x="1370" y="604"/>
                    <a:pt x="1319" y="696"/>
                    <a:pt x="1330" y="800"/>
                  </a:cubicBezTo>
                  <a:lnTo>
                    <a:pt x="1359" y="1065"/>
                  </a:lnTo>
                  <a:cubicBezTo>
                    <a:pt x="1370" y="1145"/>
                    <a:pt x="1342" y="1220"/>
                    <a:pt x="1284" y="1278"/>
                  </a:cubicBezTo>
                  <a:lnTo>
                    <a:pt x="1284" y="1278"/>
                  </a:lnTo>
                  <a:cubicBezTo>
                    <a:pt x="1226" y="1335"/>
                    <a:pt x="1146" y="1364"/>
                    <a:pt x="1065" y="1358"/>
                  </a:cubicBezTo>
                  <a:lnTo>
                    <a:pt x="801" y="1330"/>
                  </a:lnTo>
                  <a:cubicBezTo>
                    <a:pt x="697" y="1318"/>
                    <a:pt x="605" y="1364"/>
                    <a:pt x="547" y="1445"/>
                  </a:cubicBezTo>
                  <a:cubicBezTo>
                    <a:pt x="467" y="1560"/>
                    <a:pt x="398" y="1681"/>
                    <a:pt x="340" y="1813"/>
                  </a:cubicBezTo>
                  <a:cubicBezTo>
                    <a:pt x="294" y="1899"/>
                    <a:pt x="306" y="2003"/>
                    <a:pt x="363" y="2083"/>
                  </a:cubicBezTo>
                  <a:lnTo>
                    <a:pt x="519" y="2302"/>
                  </a:lnTo>
                  <a:cubicBezTo>
                    <a:pt x="570" y="2365"/>
                    <a:pt x="582" y="2446"/>
                    <a:pt x="565" y="2521"/>
                  </a:cubicBezTo>
                  <a:lnTo>
                    <a:pt x="565" y="2521"/>
                  </a:lnTo>
                  <a:cubicBezTo>
                    <a:pt x="542" y="2601"/>
                    <a:pt x="490" y="2665"/>
                    <a:pt x="409" y="2693"/>
                  </a:cubicBezTo>
                  <a:lnTo>
                    <a:pt x="168" y="2803"/>
                  </a:lnTo>
                  <a:cubicBezTo>
                    <a:pt x="81" y="2837"/>
                    <a:pt x="18" y="2924"/>
                    <a:pt x="6" y="3027"/>
                  </a:cubicBezTo>
                  <a:cubicBezTo>
                    <a:pt x="1" y="3102"/>
                    <a:pt x="1" y="3171"/>
                    <a:pt x="1" y="3246"/>
                  </a:cubicBezTo>
                  <a:cubicBezTo>
                    <a:pt x="1" y="3315"/>
                    <a:pt x="1" y="3390"/>
                    <a:pt x="6" y="3459"/>
                  </a:cubicBezTo>
                  <a:cubicBezTo>
                    <a:pt x="18" y="3557"/>
                    <a:pt x="75" y="3637"/>
                    <a:pt x="168" y="3683"/>
                  </a:cubicBezTo>
                  <a:lnTo>
                    <a:pt x="409" y="3793"/>
                  </a:lnTo>
                  <a:cubicBezTo>
                    <a:pt x="484" y="3821"/>
                    <a:pt x="542" y="3885"/>
                    <a:pt x="565" y="3965"/>
                  </a:cubicBezTo>
                  <a:lnTo>
                    <a:pt x="565" y="3965"/>
                  </a:lnTo>
                  <a:cubicBezTo>
                    <a:pt x="582" y="4040"/>
                    <a:pt x="570" y="4121"/>
                    <a:pt x="519" y="4184"/>
                  </a:cubicBezTo>
                  <a:lnTo>
                    <a:pt x="363" y="4403"/>
                  </a:lnTo>
                  <a:cubicBezTo>
                    <a:pt x="306" y="4483"/>
                    <a:pt x="288" y="4587"/>
                    <a:pt x="340" y="4673"/>
                  </a:cubicBezTo>
                  <a:cubicBezTo>
                    <a:pt x="404" y="4805"/>
                    <a:pt x="478" y="4926"/>
                    <a:pt x="547" y="5041"/>
                  </a:cubicBezTo>
                  <a:cubicBezTo>
                    <a:pt x="605" y="5122"/>
                    <a:pt x="697" y="5174"/>
                    <a:pt x="801" y="5156"/>
                  </a:cubicBezTo>
                  <a:lnTo>
                    <a:pt x="1065" y="5128"/>
                  </a:lnTo>
                  <a:cubicBezTo>
                    <a:pt x="1146" y="5122"/>
                    <a:pt x="1226" y="5151"/>
                    <a:pt x="1284" y="5208"/>
                  </a:cubicBezTo>
                  <a:lnTo>
                    <a:pt x="1284" y="5208"/>
                  </a:lnTo>
                  <a:cubicBezTo>
                    <a:pt x="1342" y="5266"/>
                    <a:pt x="1370" y="5346"/>
                    <a:pt x="1359" y="5421"/>
                  </a:cubicBezTo>
                  <a:lnTo>
                    <a:pt x="1330" y="5692"/>
                  </a:lnTo>
                  <a:cubicBezTo>
                    <a:pt x="1319" y="5789"/>
                    <a:pt x="1370" y="5882"/>
                    <a:pt x="1445" y="5939"/>
                  </a:cubicBezTo>
                  <a:cubicBezTo>
                    <a:pt x="1560" y="6020"/>
                    <a:pt x="1687" y="6094"/>
                    <a:pt x="1813" y="6152"/>
                  </a:cubicBezTo>
                  <a:cubicBezTo>
                    <a:pt x="1900" y="6192"/>
                    <a:pt x="2009" y="6187"/>
                    <a:pt x="2090" y="6129"/>
                  </a:cubicBezTo>
                  <a:lnTo>
                    <a:pt x="2303" y="5968"/>
                  </a:lnTo>
                  <a:cubicBezTo>
                    <a:pt x="2366" y="5922"/>
                    <a:pt x="2446" y="5905"/>
                    <a:pt x="2527" y="5928"/>
                  </a:cubicBezTo>
                  <a:lnTo>
                    <a:pt x="2527" y="5928"/>
                  </a:lnTo>
                  <a:cubicBezTo>
                    <a:pt x="2608" y="5951"/>
                    <a:pt x="2671" y="5997"/>
                    <a:pt x="2700" y="6077"/>
                  </a:cubicBezTo>
                  <a:lnTo>
                    <a:pt x="2809" y="6325"/>
                  </a:lnTo>
                  <a:cubicBezTo>
                    <a:pt x="2844" y="6411"/>
                    <a:pt x="2930" y="6474"/>
                    <a:pt x="3028" y="6480"/>
                  </a:cubicBezTo>
                  <a:cubicBezTo>
                    <a:pt x="3103" y="6486"/>
                    <a:pt x="3172" y="6486"/>
                    <a:pt x="3246" y="6486"/>
                  </a:cubicBezTo>
                  <a:cubicBezTo>
                    <a:pt x="3315" y="6486"/>
                    <a:pt x="3390" y="6486"/>
                    <a:pt x="3459" y="6480"/>
                  </a:cubicBezTo>
                  <a:cubicBezTo>
                    <a:pt x="3563" y="6474"/>
                    <a:pt x="3643" y="6417"/>
                    <a:pt x="3684" y="6325"/>
                  </a:cubicBezTo>
                  <a:lnTo>
                    <a:pt x="3793" y="6077"/>
                  </a:lnTo>
                  <a:cubicBezTo>
                    <a:pt x="3822" y="6008"/>
                    <a:pt x="3885" y="5951"/>
                    <a:pt x="3966" y="5928"/>
                  </a:cubicBezTo>
                  <a:lnTo>
                    <a:pt x="3966" y="5928"/>
                  </a:lnTo>
                  <a:cubicBezTo>
                    <a:pt x="4046" y="5905"/>
                    <a:pt x="4121" y="5922"/>
                    <a:pt x="4190" y="5968"/>
                  </a:cubicBezTo>
                  <a:lnTo>
                    <a:pt x="4403" y="6129"/>
                  </a:lnTo>
                  <a:cubicBezTo>
                    <a:pt x="4484" y="6187"/>
                    <a:pt x="4593" y="6198"/>
                    <a:pt x="4679" y="6152"/>
                  </a:cubicBezTo>
                  <a:cubicBezTo>
                    <a:pt x="4806" y="6083"/>
                    <a:pt x="4927" y="6014"/>
                    <a:pt x="5048" y="5939"/>
                  </a:cubicBezTo>
                  <a:cubicBezTo>
                    <a:pt x="5122" y="5882"/>
                    <a:pt x="5174" y="5789"/>
                    <a:pt x="5163" y="5692"/>
                  </a:cubicBezTo>
                  <a:lnTo>
                    <a:pt x="5134" y="5421"/>
                  </a:lnTo>
                  <a:cubicBezTo>
                    <a:pt x="5122" y="5346"/>
                    <a:pt x="5151" y="5266"/>
                    <a:pt x="5209" y="5208"/>
                  </a:cubicBezTo>
                  <a:lnTo>
                    <a:pt x="5209" y="5208"/>
                  </a:lnTo>
                  <a:cubicBezTo>
                    <a:pt x="5266" y="5151"/>
                    <a:pt x="5347" y="5122"/>
                    <a:pt x="5427" y="5128"/>
                  </a:cubicBezTo>
                  <a:lnTo>
                    <a:pt x="5692" y="5156"/>
                  </a:lnTo>
                  <a:cubicBezTo>
                    <a:pt x="5796" y="5174"/>
                    <a:pt x="5888" y="5122"/>
                    <a:pt x="5945" y="5041"/>
                  </a:cubicBezTo>
                  <a:cubicBezTo>
                    <a:pt x="6026" y="4926"/>
                    <a:pt x="6095" y="4805"/>
                    <a:pt x="6153" y="4673"/>
                  </a:cubicBezTo>
                  <a:cubicBezTo>
                    <a:pt x="6199" y="4587"/>
                    <a:pt x="6187" y="4483"/>
                    <a:pt x="6130" y="4403"/>
                  </a:cubicBezTo>
                  <a:lnTo>
                    <a:pt x="5974" y="4184"/>
                  </a:lnTo>
                  <a:cubicBezTo>
                    <a:pt x="5922" y="4121"/>
                    <a:pt x="5911" y="4040"/>
                    <a:pt x="5928" y="3965"/>
                  </a:cubicBezTo>
                  <a:lnTo>
                    <a:pt x="5928" y="3965"/>
                  </a:lnTo>
                  <a:cubicBezTo>
                    <a:pt x="5951" y="3885"/>
                    <a:pt x="6003" y="3821"/>
                    <a:pt x="6084" y="3793"/>
                  </a:cubicBezTo>
                  <a:lnTo>
                    <a:pt x="6325" y="3683"/>
                  </a:lnTo>
                  <a:cubicBezTo>
                    <a:pt x="6412" y="3649"/>
                    <a:pt x="6475" y="3562"/>
                    <a:pt x="6486" y="3459"/>
                  </a:cubicBezTo>
                  <a:cubicBezTo>
                    <a:pt x="6492" y="3390"/>
                    <a:pt x="6492" y="3315"/>
                    <a:pt x="6492" y="3246"/>
                  </a:cubicBezTo>
                  <a:cubicBezTo>
                    <a:pt x="6492" y="3171"/>
                    <a:pt x="6486" y="3102"/>
                    <a:pt x="6486" y="3027"/>
                  </a:cubicBezTo>
                  <a:close/>
                  <a:moveTo>
                    <a:pt x="3246" y="4368"/>
                  </a:moveTo>
                  <a:cubicBezTo>
                    <a:pt x="2625" y="4368"/>
                    <a:pt x="2124" y="3862"/>
                    <a:pt x="2124" y="3246"/>
                  </a:cubicBezTo>
                  <a:cubicBezTo>
                    <a:pt x="2124" y="2624"/>
                    <a:pt x="2625" y="2124"/>
                    <a:pt x="3246" y="2124"/>
                  </a:cubicBezTo>
                  <a:cubicBezTo>
                    <a:pt x="3868" y="2124"/>
                    <a:pt x="4369" y="2624"/>
                    <a:pt x="4369" y="3246"/>
                  </a:cubicBezTo>
                  <a:cubicBezTo>
                    <a:pt x="4369" y="3862"/>
                    <a:pt x="3868" y="4368"/>
                    <a:pt x="3246" y="4368"/>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6">
              <a:extLst>
                <a:ext uri="{FF2B5EF4-FFF2-40B4-BE49-F238E27FC236}">
                  <a16:creationId xmlns:a16="http://schemas.microsoft.com/office/drawing/2014/main" id="{698C1FAE-FC3B-DF90-9AAB-118AB263940E}"/>
                </a:ext>
              </a:extLst>
            </p:cNvPr>
            <p:cNvSpPr/>
            <p:nvPr/>
          </p:nvSpPr>
          <p:spPr>
            <a:xfrm>
              <a:off x="5504532" y="4432120"/>
              <a:ext cx="3102092" cy="126184"/>
            </a:xfrm>
            <a:custGeom>
              <a:avLst/>
              <a:gdLst/>
              <a:ahLst/>
              <a:cxnLst/>
              <a:rect l="l" t="t" r="r" b="b"/>
              <a:pathLst>
                <a:path w="48848" h="1987" extrusionOk="0">
                  <a:moveTo>
                    <a:pt x="48848" y="996"/>
                  </a:moveTo>
                  <a:cubicBezTo>
                    <a:pt x="48848" y="1543"/>
                    <a:pt x="37914" y="1986"/>
                    <a:pt x="24424" y="1986"/>
                  </a:cubicBezTo>
                  <a:cubicBezTo>
                    <a:pt x="10935" y="1986"/>
                    <a:pt x="1" y="1543"/>
                    <a:pt x="1" y="996"/>
                  </a:cubicBezTo>
                  <a:cubicBezTo>
                    <a:pt x="1" y="450"/>
                    <a:pt x="10935" y="1"/>
                    <a:pt x="24424" y="1"/>
                  </a:cubicBezTo>
                  <a:cubicBezTo>
                    <a:pt x="37914" y="1"/>
                    <a:pt x="48848" y="450"/>
                    <a:pt x="48848" y="996"/>
                  </a:cubicBezTo>
                  <a:close/>
                </a:path>
              </a:pathLst>
            </a:custGeom>
            <a:solidFill>
              <a:srgbClr val="134F5C">
                <a:alpha val="327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2" name="Google Shape;472;p36">
              <a:extLst>
                <a:ext uri="{FF2B5EF4-FFF2-40B4-BE49-F238E27FC236}">
                  <a16:creationId xmlns:a16="http://schemas.microsoft.com/office/drawing/2014/main" id="{D7DC058C-9CF1-458E-48E4-64E5E7D3D5C4}"/>
                </a:ext>
              </a:extLst>
            </p:cNvPr>
            <p:cNvGrpSpPr/>
            <p:nvPr/>
          </p:nvGrpSpPr>
          <p:grpSpPr>
            <a:xfrm>
              <a:off x="5836805" y="2286450"/>
              <a:ext cx="2491776" cy="2195831"/>
              <a:chOff x="5450286" y="1617112"/>
              <a:chExt cx="3026938" cy="2667433"/>
            </a:xfrm>
          </p:grpSpPr>
          <p:sp>
            <p:nvSpPr>
              <p:cNvPr id="473" name="Google Shape;473;p36">
                <a:extLst>
                  <a:ext uri="{FF2B5EF4-FFF2-40B4-BE49-F238E27FC236}">
                    <a16:creationId xmlns:a16="http://schemas.microsoft.com/office/drawing/2014/main" id="{7AD07251-456E-88FC-8C54-0C3EA5D7A17F}"/>
                  </a:ext>
                </a:extLst>
              </p:cNvPr>
              <p:cNvSpPr/>
              <p:nvPr/>
            </p:nvSpPr>
            <p:spPr>
              <a:xfrm>
                <a:off x="6264500" y="3865802"/>
                <a:ext cx="1398099" cy="418743"/>
              </a:xfrm>
              <a:custGeom>
                <a:avLst/>
                <a:gdLst/>
                <a:ahLst/>
                <a:cxnLst/>
                <a:rect l="l" t="t" r="r" b="b"/>
                <a:pathLst>
                  <a:path w="18123" h="5428" extrusionOk="0">
                    <a:moveTo>
                      <a:pt x="14836" y="2838"/>
                    </a:moveTo>
                    <a:cubicBezTo>
                      <a:pt x="14652" y="2130"/>
                      <a:pt x="14255" y="0"/>
                      <a:pt x="14255" y="0"/>
                    </a:cubicBezTo>
                    <a:lnTo>
                      <a:pt x="3868" y="0"/>
                    </a:lnTo>
                    <a:cubicBezTo>
                      <a:pt x="3868" y="0"/>
                      <a:pt x="3476" y="2130"/>
                      <a:pt x="3286" y="2838"/>
                    </a:cubicBezTo>
                    <a:cubicBezTo>
                      <a:pt x="3004" y="3896"/>
                      <a:pt x="1819" y="4616"/>
                      <a:pt x="541" y="4616"/>
                    </a:cubicBezTo>
                    <a:lnTo>
                      <a:pt x="541" y="4616"/>
                    </a:lnTo>
                    <a:cubicBezTo>
                      <a:pt x="242" y="4616"/>
                      <a:pt x="0" y="4817"/>
                      <a:pt x="0" y="5065"/>
                    </a:cubicBezTo>
                    <a:lnTo>
                      <a:pt x="0" y="5427"/>
                    </a:lnTo>
                    <a:lnTo>
                      <a:pt x="18122" y="5427"/>
                    </a:lnTo>
                    <a:lnTo>
                      <a:pt x="18122" y="5065"/>
                    </a:lnTo>
                    <a:cubicBezTo>
                      <a:pt x="18122" y="4817"/>
                      <a:pt x="17881" y="4616"/>
                      <a:pt x="17581" y="4616"/>
                    </a:cubicBezTo>
                    <a:lnTo>
                      <a:pt x="17581" y="4616"/>
                    </a:lnTo>
                    <a:cubicBezTo>
                      <a:pt x="16310" y="4616"/>
                      <a:pt x="15118" y="3896"/>
                      <a:pt x="14836" y="28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6">
                <a:extLst>
                  <a:ext uri="{FF2B5EF4-FFF2-40B4-BE49-F238E27FC236}">
                    <a16:creationId xmlns:a16="http://schemas.microsoft.com/office/drawing/2014/main" id="{BE179271-1E51-3B02-8889-15123D2C8714}"/>
                  </a:ext>
                </a:extLst>
              </p:cNvPr>
              <p:cNvSpPr/>
              <p:nvPr/>
            </p:nvSpPr>
            <p:spPr>
              <a:xfrm>
                <a:off x="5450286" y="1617112"/>
                <a:ext cx="3026938" cy="2265594"/>
              </a:xfrm>
              <a:custGeom>
                <a:avLst/>
                <a:gdLst/>
                <a:ahLst/>
                <a:cxnLst/>
                <a:rect l="l" t="t" r="r" b="b"/>
                <a:pathLst>
                  <a:path w="39237" h="29368" extrusionOk="0">
                    <a:moveTo>
                      <a:pt x="38477" y="29367"/>
                    </a:moveTo>
                    <a:lnTo>
                      <a:pt x="754" y="29367"/>
                    </a:lnTo>
                    <a:cubicBezTo>
                      <a:pt x="340" y="29367"/>
                      <a:pt x="0" y="29028"/>
                      <a:pt x="0" y="28613"/>
                    </a:cubicBezTo>
                    <a:lnTo>
                      <a:pt x="0" y="760"/>
                    </a:lnTo>
                    <a:cubicBezTo>
                      <a:pt x="0" y="340"/>
                      <a:pt x="340" y="0"/>
                      <a:pt x="754" y="0"/>
                    </a:cubicBezTo>
                    <a:lnTo>
                      <a:pt x="38477" y="0"/>
                    </a:lnTo>
                    <a:cubicBezTo>
                      <a:pt x="38897" y="0"/>
                      <a:pt x="39236" y="340"/>
                      <a:pt x="39236" y="760"/>
                    </a:cubicBezTo>
                    <a:lnTo>
                      <a:pt x="39236" y="28613"/>
                    </a:lnTo>
                    <a:cubicBezTo>
                      <a:pt x="39236" y="29028"/>
                      <a:pt x="38897" y="29367"/>
                      <a:pt x="38477" y="2936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6">
                <a:extLst>
                  <a:ext uri="{FF2B5EF4-FFF2-40B4-BE49-F238E27FC236}">
                    <a16:creationId xmlns:a16="http://schemas.microsoft.com/office/drawing/2014/main" id="{B9283A25-7911-556C-07ED-7909A7E6873C}"/>
                  </a:ext>
                </a:extLst>
              </p:cNvPr>
              <p:cNvSpPr/>
              <p:nvPr/>
            </p:nvSpPr>
            <p:spPr>
              <a:xfrm>
                <a:off x="5450286" y="1617112"/>
                <a:ext cx="3026938" cy="2039174"/>
              </a:xfrm>
              <a:custGeom>
                <a:avLst/>
                <a:gdLst/>
                <a:ahLst/>
                <a:cxnLst/>
                <a:rect l="l" t="t" r="r" b="b"/>
                <a:pathLst>
                  <a:path w="39237" h="26433" extrusionOk="0">
                    <a:moveTo>
                      <a:pt x="39236" y="26432"/>
                    </a:moveTo>
                    <a:lnTo>
                      <a:pt x="39236" y="1238"/>
                    </a:lnTo>
                    <a:cubicBezTo>
                      <a:pt x="39236" y="559"/>
                      <a:pt x="38678" y="0"/>
                      <a:pt x="37999" y="0"/>
                    </a:cubicBezTo>
                    <a:lnTo>
                      <a:pt x="1237" y="0"/>
                    </a:lnTo>
                    <a:cubicBezTo>
                      <a:pt x="553" y="0"/>
                      <a:pt x="0" y="559"/>
                      <a:pt x="0" y="1238"/>
                    </a:cubicBezTo>
                    <a:lnTo>
                      <a:pt x="0" y="2643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6">
                <a:extLst>
                  <a:ext uri="{FF2B5EF4-FFF2-40B4-BE49-F238E27FC236}">
                    <a16:creationId xmlns:a16="http://schemas.microsoft.com/office/drawing/2014/main" id="{8106670F-8206-7CC6-F702-4E75F30857E7}"/>
                  </a:ext>
                </a:extLst>
              </p:cNvPr>
              <p:cNvSpPr/>
              <p:nvPr/>
            </p:nvSpPr>
            <p:spPr>
              <a:xfrm>
                <a:off x="5563461" y="1742322"/>
                <a:ext cx="2799669" cy="1789224"/>
              </a:xfrm>
              <a:custGeom>
                <a:avLst/>
                <a:gdLst/>
                <a:ahLst/>
                <a:cxnLst/>
                <a:rect l="l" t="t" r="r" b="b"/>
                <a:pathLst>
                  <a:path w="36291" h="23193" extrusionOk="0">
                    <a:moveTo>
                      <a:pt x="1" y="0"/>
                    </a:moveTo>
                    <a:lnTo>
                      <a:pt x="36290" y="0"/>
                    </a:lnTo>
                    <a:lnTo>
                      <a:pt x="36290" y="23192"/>
                    </a:lnTo>
                    <a:lnTo>
                      <a:pt x="1" y="23192"/>
                    </a:ln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6">
                <a:extLst>
                  <a:ext uri="{FF2B5EF4-FFF2-40B4-BE49-F238E27FC236}">
                    <a16:creationId xmlns:a16="http://schemas.microsoft.com/office/drawing/2014/main" id="{E8A9E6AF-A2C5-B593-7C87-3F471CEC6D5E}"/>
                  </a:ext>
                </a:extLst>
              </p:cNvPr>
              <p:cNvSpPr/>
              <p:nvPr/>
            </p:nvSpPr>
            <p:spPr>
              <a:xfrm>
                <a:off x="5572333" y="1751194"/>
                <a:ext cx="2781926" cy="1771403"/>
              </a:xfrm>
              <a:custGeom>
                <a:avLst/>
                <a:gdLst/>
                <a:ahLst/>
                <a:cxnLst/>
                <a:rect l="l" t="t" r="r" b="b"/>
                <a:pathLst>
                  <a:path w="36061" h="22962" extrusionOk="0">
                    <a:moveTo>
                      <a:pt x="1" y="22962"/>
                    </a:moveTo>
                    <a:lnTo>
                      <a:pt x="1" y="0"/>
                    </a:lnTo>
                    <a:lnTo>
                      <a:pt x="36060" y="0"/>
                    </a:lnTo>
                    <a:lnTo>
                      <a:pt x="36060" y="22962"/>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8" name="Google Shape;478;p36">
              <a:extLst>
                <a:ext uri="{FF2B5EF4-FFF2-40B4-BE49-F238E27FC236}">
                  <a16:creationId xmlns:a16="http://schemas.microsoft.com/office/drawing/2014/main" id="{D6907174-34D8-353C-CC63-E270CBBAAC70}"/>
                </a:ext>
              </a:extLst>
            </p:cNvPr>
            <p:cNvGrpSpPr/>
            <p:nvPr/>
          </p:nvGrpSpPr>
          <p:grpSpPr>
            <a:xfrm>
              <a:off x="6080934" y="2562938"/>
              <a:ext cx="588467" cy="576350"/>
              <a:chOff x="5608702" y="2132055"/>
              <a:chExt cx="956079" cy="936392"/>
            </a:xfrm>
          </p:grpSpPr>
          <p:grpSp>
            <p:nvGrpSpPr>
              <p:cNvPr id="479" name="Google Shape;479;p36">
                <a:extLst>
                  <a:ext uri="{FF2B5EF4-FFF2-40B4-BE49-F238E27FC236}">
                    <a16:creationId xmlns:a16="http://schemas.microsoft.com/office/drawing/2014/main" id="{9598C05C-57A9-67CA-EFF2-F4B937DDB474}"/>
                  </a:ext>
                </a:extLst>
              </p:cNvPr>
              <p:cNvGrpSpPr/>
              <p:nvPr/>
            </p:nvGrpSpPr>
            <p:grpSpPr>
              <a:xfrm>
                <a:off x="5608702" y="2132055"/>
                <a:ext cx="956079" cy="936392"/>
                <a:chOff x="5194542" y="1480793"/>
                <a:chExt cx="1161418" cy="1137503"/>
              </a:xfrm>
            </p:grpSpPr>
            <p:sp>
              <p:nvSpPr>
                <p:cNvPr id="480" name="Google Shape;480;p36">
                  <a:extLst>
                    <a:ext uri="{FF2B5EF4-FFF2-40B4-BE49-F238E27FC236}">
                      <a16:creationId xmlns:a16="http://schemas.microsoft.com/office/drawing/2014/main" id="{CBCFAEF6-C554-22AB-122B-C9EF28857809}"/>
                    </a:ext>
                  </a:extLst>
                </p:cNvPr>
                <p:cNvSpPr/>
                <p:nvPr/>
              </p:nvSpPr>
              <p:spPr>
                <a:xfrm>
                  <a:off x="5194542" y="1480793"/>
                  <a:ext cx="1161418" cy="1137503"/>
                </a:xfrm>
                <a:custGeom>
                  <a:avLst/>
                  <a:gdLst/>
                  <a:ahLst/>
                  <a:cxnLst/>
                  <a:rect l="l" t="t" r="r" b="b"/>
                  <a:pathLst>
                    <a:path w="15055" h="14745" extrusionOk="0">
                      <a:moveTo>
                        <a:pt x="13806" y="14744"/>
                      </a:moveTo>
                      <a:cubicBezTo>
                        <a:pt x="13697" y="14744"/>
                        <a:pt x="13593" y="14733"/>
                        <a:pt x="13495" y="14704"/>
                      </a:cubicBezTo>
                      <a:lnTo>
                        <a:pt x="10451" y="13870"/>
                      </a:lnTo>
                      <a:cubicBezTo>
                        <a:pt x="9473" y="14342"/>
                        <a:pt x="8379" y="14589"/>
                        <a:pt x="7292" y="14589"/>
                      </a:cubicBezTo>
                      <a:cubicBezTo>
                        <a:pt x="3275" y="14589"/>
                        <a:pt x="0" y="11315"/>
                        <a:pt x="0" y="7292"/>
                      </a:cubicBezTo>
                      <a:cubicBezTo>
                        <a:pt x="0" y="3269"/>
                        <a:pt x="3275" y="1"/>
                        <a:pt x="7292" y="1"/>
                      </a:cubicBezTo>
                      <a:cubicBezTo>
                        <a:pt x="11314" y="1"/>
                        <a:pt x="14589" y="3275"/>
                        <a:pt x="14589" y="7292"/>
                      </a:cubicBezTo>
                      <a:cubicBezTo>
                        <a:pt x="14589" y="8437"/>
                        <a:pt x="14313" y="9577"/>
                        <a:pt x="13806" y="10589"/>
                      </a:cubicBezTo>
                      <a:lnTo>
                        <a:pt x="14882" y="13122"/>
                      </a:lnTo>
                      <a:cubicBezTo>
                        <a:pt x="15055" y="13530"/>
                        <a:pt x="14986" y="14014"/>
                        <a:pt x="14687" y="14353"/>
                      </a:cubicBezTo>
                      <a:cubicBezTo>
                        <a:pt x="14456" y="14601"/>
                        <a:pt x="14140" y="14744"/>
                        <a:pt x="13806" y="14744"/>
                      </a:cubicBezTo>
                      <a:close/>
                      <a:moveTo>
                        <a:pt x="10445" y="13749"/>
                      </a:moveTo>
                      <a:lnTo>
                        <a:pt x="13524" y="14595"/>
                      </a:lnTo>
                      <a:cubicBezTo>
                        <a:pt x="13616" y="14624"/>
                        <a:pt x="13708" y="14629"/>
                        <a:pt x="13806" y="14629"/>
                      </a:cubicBezTo>
                      <a:cubicBezTo>
                        <a:pt x="14105" y="14629"/>
                        <a:pt x="14399" y="14503"/>
                        <a:pt x="14600" y="14273"/>
                      </a:cubicBezTo>
                      <a:cubicBezTo>
                        <a:pt x="14871" y="13968"/>
                        <a:pt x="14940" y="13530"/>
                        <a:pt x="14784" y="13156"/>
                      </a:cubicBezTo>
                      <a:lnTo>
                        <a:pt x="13680" y="10572"/>
                      </a:lnTo>
                      <a:lnTo>
                        <a:pt x="13697" y="10555"/>
                      </a:lnTo>
                      <a:cubicBezTo>
                        <a:pt x="14209" y="9548"/>
                        <a:pt x="14479" y="8414"/>
                        <a:pt x="14479" y="7286"/>
                      </a:cubicBezTo>
                      <a:cubicBezTo>
                        <a:pt x="14479" y="3333"/>
                        <a:pt x="11257" y="110"/>
                        <a:pt x="7297" y="110"/>
                      </a:cubicBezTo>
                      <a:cubicBezTo>
                        <a:pt x="3344" y="110"/>
                        <a:pt x="121" y="3333"/>
                        <a:pt x="121" y="7286"/>
                      </a:cubicBezTo>
                      <a:cubicBezTo>
                        <a:pt x="121" y="11245"/>
                        <a:pt x="3344" y="14468"/>
                        <a:pt x="7297" y="14468"/>
                      </a:cubicBezTo>
                      <a:cubicBezTo>
                        <a:pt x="8379" y="14468"/>
                        <a:pt x="9455" y="14215"/>
                        <a:pt x="10428" y="13749"/>
                      </a:cubicBezTo>
                      <a:close/>
                    </a:path>
                  </a:pathLst>
                </a:custGeom>
                <a:solidFill>
                  <a:schemeClr val="lt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6">
                  <a:extLst>
                    <a:ext uri="{FF2B5EF4-FFF2-40B4-BE49-F238E27FC236}">
                      <a16:creationId xmlns:a16="http://schemas.microsoft.com/office/drawing/2014/main" id="{44619AE8-73D2-0151-75A2-733F9CBE688E}"/>
                    </a:ext>
                  </a:extLst>
                </p:cNvPr>
                <p:cNvSpPr/>
                <p:nvPr/>
              </p:nvSpPr>
              <p:spPr>
                <a:xfrm>
                  <a:off x="5285576" y="1571827"/>
                  <a:ext cx="974110" cy="956752"/>
                </a:xfrm>
                <a:custGeom>
                  <a:avLst/>
                  <a:gdLst/>
                  <a:ahLst/>
                  <a:cxnLst/>
                  <a:rect l="l" t="t" r="r" b="b"/>
                  <a:pathLst>
                    <a:path w="12627" h="12402" extrusionOk="0">
                      <a:moveTo>
                        <a:pt x="12626" y="12402"/>
                      </a:moveTo>
                      <a:lnTo>
                        <a:pt x="11320" y="9346"/>
                      </a:lnTo>
                      <a:cubicBezTo>
                        <a:pt x="11907" y="8408"/>
                        <a:pt x="12241" y="7303"/>
                        <a:pt x="12241" y="6123"/>
                      </a:cubicBezTo>
                      <a:cubicBezTo>
                        <a:pt x="12241" y="2740"/>
                        <a:pt x="9501" y="0"/>
                        <a:pt x="6123" y="0"/>
                      </a:cubicBezTo>
                      <a:cubicBezTo>
                        <a:pt x="2739" y="0"/>
                        <a:pt x="0" y="2740"/>
                        <a:pt x="0" y="6123"/>
                      </a:cubicBezTo>
                      <a:cubicBezTo>
                        <a:pt x="0" y="9502"/>
                        <a:pt x="2739" y="12241"/>
                        <a:pt x="6123" y="12241"/>
                      </a:cubicBezTo>
                      <a:cubicBezTo>
                        <a:pt x="7222" y="12241"/>
                        <a:pt x="8258" y="11947"/>
                        <a:pt x="9150" y="1144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2" name="Google Shape;482;p36">
                <a:extLst>
                  <a:ext uri="{FF2B5EF4-FFF2-40B4-BE49-F238E27FC236}">
                    <a16:creationId xmlns:a16="http://schemas.microsoft.com/office/drawing/2014/main" id="{B3954297-C922-84A2-F2DA-54C5806120BD}"/>
                  </a:ext>
                </a:extLst>
              </p:cNvPr>
              <p:cNvSpPr/>
              <p:nvPr/>
            </p:nvSpPr>
            <p:spPr>
              <a:xfrm>
                <a:off x="5863051" y="2445274"/>
                <a:ext cx="400272" cy="322732"/>
              </a:xfrm>
              <a:custGeom>
                <a:avLst/>
                <a:gdLst/>
                <a:ahLst/>
                <a:cxnLst/>
                <a:rect l="l" t="t" r="r" b="b"/>
                <a:pathLst>
                  <a:path w="6303" h="5082" extrusionOk="0">
                    <a:moveTo>
                      <a:pt x="4489" y="0"/>
                    </a:moveTo>
                    <a:lnTo>
                      <a:pt x="5232" y="0"/>
                    </a:lnTo>
                    <a:cubicBezTo>
                      <a:pt x="5819" y="0"/>
                      <a:pt x="6302" y="484"/>
                      <a:pt x="6302" y="1077"/>
                    </a:cubicBezTo>
                    <a:lnTo>
                      <a:pt x="6302" y="2889"/>
                    </a:lnTo>
                    <a:lnTo>
                      <a:pt x="6302" y="2901"/>
                    </a:lnTo>
                    <a:cubicBezTo>
                      <a:pt x="6302" y="4104"/>
                      <a:pt x="5330" y="5076"/>
                      <a:pt x="4133" y="5076"/>
                    </a:cubicBezTo>
                    <a:lnTo>
                      <a:pt x="3425" y="5076"/>
                    </a:lnTo>
                    <a:lnTo>
                      <a:pt x="3425" y="4104"/>
                    </a:lnTo>
                    <a:cubicBezTo>
                      <a:pt x="4196" y="4104"/>
                      <a:pt x="4432" y="3425"/>
                      <a:pt x="4495" y="2878"/>
                    </a:cubicBezTo>
                    <a:lnTo>
                      <a:pt x="4495" y="2878"/>
                    </a:lnTo>
                    <a:cubicBezTo>
                      <a:pt x="3908" y="2878"/>
                      <a:pt x="3425" y="2400"/>
                      <a:pt x="3425" y="1807"/>
                    </a:cubicBezTo>
                    <a:lnTo>
                      <a:pt x="3425" y="1077"/>
                    </a:lnTo>
                    <a:cubicBezTo>
                      <a:pt x="3419" y="484"/>
                      <a:pt x="3902" y="0"/>
                      <a:pt x="4489" y="0"/>
                    </a:cubicBezTo>
                    <a:close/>
                    <a:moveTo>
                      <a:pt x="1077" y="2889"/>
                    </a:moveTo>
                    <a:lnTo>
                      <a:pt x="1077" y="2889"/>
                    </a:lnTo>
                    <a:cubicBezTo>
                      <a:pt x="1014" y="3436"/>
                      <a:pt x="778" y="4109"/>
                      <a:pt x="6" y="4109"/>
                    </a:cubicBezTo>
                    <a:lnTo>
                      <a:pt x="6" y="5082"/>
                    </a:lnTo>
                    <a:lnTo>
                      <a:pt x="714" y="5082"/>
                    </a:lnTo>
                    <a:cubicBezTo>
                      <a:pt x="1917" y="5082"/>
                      <a:pt x="2884" y="4109"/>
                      <a:pt x="2884" y="2907"/>
                    </a:cubicBezTo>
                    <a:lnTo>
                      <a:pt x="2884" y="2895"/>
                    </a:lnTo>
                    <a:lnTo>
                      <a:pt x="2884" y="1077"/>
                    </a:lnTo>
                    <a:cubicBezTo>
                      <a:pt x="2884" y="484"/>
                      <a:pt x="2406" y="0"/>
                      <a:pt x="1813" y="0"/>
                    </a:cubicBezTo>
                    <a:lnTo>
                      <a:pt x="1071" y="0"/>
                    </a:lnTo>
                    <a:cubicBezTo>
                      <a:pt x="484" y="0"/>
                      <a:pt x="1" y="484"/>
                      <a:pt x="1" y="1077"/>
                    </a:cubicBezTo>
                    <a:lnTo>
                      <a:pt x="1" y="1813"/>
                    </a:lnTo>
                    <a:cubicBezTo>
                      <a:pt x="6" y="2406"/>
                      <a:pt x="490" y="2889"/>
                      <a:pt x="1077" y="288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 name="Google Shape;483;p36">
              <a:extLst>
                <a:ext uri="{FF2B5EF4-FFF2-40B4-BE49-F238E27FC236}">
                  <a16:creationId xmlns:a16="http://schemas.microsoft.com/office/drawing/2014/main" id="{F5328BAD-8CF4-8BA7-93E3-EACD3DC7B3BA}"/>
                </a:ext>
              </a:extLst>
            </p:cNvPr>
            <p:cNvGrpSpPr/>
            <p:nvPr/>
          </p:nvGrpSpPr>
          <p:grpSpPr>
            <a:xfrm>
              <a:off x="6420935" y="3158641"/>
              <a:ext cx="655117" cy="641505"/>
              <a:chOff x="6224520" y="2766314"/>
              <a:chExt cx="953591" cy="933778"/>
            </a:xfrm>
          </p:grpSpPr>
          <p:sp>
            <p:nvSpPr>
              <p:cNvPr id="484" name="Google Shape;484;p36">
                <a:extLst>
                  <a:ext uri="{FF2B5EF4-FFF2-40B4-BE49-F238E27FC236}">
                    <a16:creationId xmlns:a16="http://schemas.microsoft.com/office/drawing/2014/main" id="{488E77E4-1623-CE36-3040-B3A1FBAD8D8C}"/>
                  </a:ext>
                </a:extLst>
              </p:cNvPr>
              <p:cNvSpPr/>
              <p:nvPr/>
            </p:nvSpPr>
            <p:spPr>
              <a:xfrm>
                <a:off x="6224520" y="2766314"/>
                <a:ext cx="953591" cy="933778"/>
              </a:xfrm>
              <a:custGeom>
                <a:avLst/>
                <a:gdLst/>
                <a:ahLst/>
                <a:cxnLst/>
                <a:rect l="l" t="t" r="r" b="b"/>
                <a:pathLst>
                  <a:path w="15016" h="14704" extrusionOk="0">
                    <a:moveTo>
                      <a:pt x="369" y="14301"/>
                    </a:moveTo>
                    <a:cubicBezTo>
                      <a:pt x="76" y="13962"/>
                      <a:pt x="1" y="13490"/>
                      <a:pt x="174" y="13075"/>
                    </a:cubicBezTo>
                    <a:lnTo>
                      <a:pt x="1255" y="10549"/>
                    </a:lnTo>
                    <a:cubicBezTo>
                      <a:pt x="743" y="9536"/>
                      <a:pt x="473" y="8408"/>
                      <a:pt x="473" y="7269"/>
                    </a:cubicBezTo>
                    <a:cubicBezTo>
                      <a:pt x="473" y="3263"/>
                      <a:pt x="3730" y="0"/>
                      <a:pt x="7741" y="0"/>
                    </a:cubicBezTo>
                    <a:cubicBezTo>
                      <a:pt x="11758" y="0"/>
                      <a:pt x="15015" y="3258"/>
                      <a:pt x="15015" y="7269"/>
                    </a:cubicBezTo>
                    <a:cubicBezTo>
                      <a:pt x="15015" y="11280"/>
                      <a:pt x="11758" y="14543"/>
                      <a:pt x="7741" y="14543"/>
                    </a:cubicBezTo>
                    <a:cubicBezTo>
                      <a:pt x="6659" y="14543"/>
                      <a:pt x="5572" y="14290"/>
                      <a:pt x="4593" y="13823"/>
                    </a:cubicBezTo>
                    <a:lnTo>
                      <a:pt x="1566" y="14658"/>
                    </a:lnTo>
                    <a:cubicBezTo>
                      <a:pt x="1463" y="14687"/>
                      <a:pt x="1353" y="14704"/>
                      <a:pt x="1255" y="14704"/>
                    </a:cubicBezTo>
                    <a:cubicBezTo>
                      <a:pt x="910" y="14698"/>
                      <a:pt x="588" y="14554"/>
                      <a:pt x="369" y="14301"/>
                    </a:cubicBezTo>
                    <a:close/>
                    <a:moveTo>
                      <a:pt x="4616" y="13708"/>
                    </a:moveTo>
                    <a:cubicBezTo>
                      <a:pt x="5577" y="14180"/>
                      <a:pt x="6659" y="14428"/>
                      <a:pt x="7735" y="14428"/>
                    </a:cubicBezTo>
                    <a:cubicBezTo>
                      <a:pt x="11683" y="14428"/>
                      <a:pt x="14894" y="11222"/>
                      <a:pt x="14894" y="7274"/>
                    </a:cubicBezTo>
                    <a:cubicBezTo>
                      <a:pt x="14894" y="3321"/>
                      <a:pt x="11683" y="115"/>
                      <a:pt x="7735" y="115"/>
                    </a:cubicBezTo>
                    <a:cubicBezTo>
                      <a:pt x="3788" y="115"/>
                      <a:pt x="576" y="3321"/>
                      <a:pt x="576" y="7274"/>
                    </a:cubicBezTo>
                    <a:cubicBezTo>
                      <a:pt x="576" y="8402"/>
                      <a:pt x="853" y="9525"/>
                      <a:pt x="1365" y="10526"/>
                    </a:cubicBezTo>
                    <a:lnTo>
                      <a:pt x="1376" y="10543"/>
                    </a:lnTo>
                    <a:lnTo>
                      <a:pt x="283" y="13116"/>
                    </a:lnTo>
                    <a:cubicBezTo>
                      <a:pt x="128" y="13490"/>
                      <a:pt x="197" y="13921"/>
                      <a:pt x="461" y="14221"/>
                    </a:cubicBezTo>
                    <a:cubicBezTo>
                      <a:pt x="663" y="14451"/>
                      <a:pt x="950" y="14583"/>
                      <a:pt x="1255" y="14583"/>
                    </a:cubicBezTo>
                    <a:cubicBezTo>
                      <a:pt x="1348" y="14583"/>
                      <a:pt x="1440" y="14566"/>
                      <a:pt x="1537" y="14543"/>
                    </a:cubicBezTo>
                    <a:lnTo>
                      <a:pt x="4605" y="13697"/>
                    </a:lnTo>
                    <a:close/>
                  </a:path>
                </a:pathLst>
              </a:custGeom>
              <a:solidFill>
                <a:srgbClr val="134F5C">
                  <a:alpha val="5660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6">
                <a:extLst>
                  <a:ext uri="{FF2B5EF4-FFF2-40B4-BE49-F238E27FC236}">
                    <a16:creationId xmlns:a16="http://schemas.microsoft.com/office/drawing/2014/main" id="{3B66FBC4-C22B-1B30-F2D5-CC54C00BBC08}"/>
                  </a:ext>
                </a:extLst>
              </p:cNvPr>
              <p:cNvSpPr/>
              <p:nvPr/>
            </p:nvSpPr>
            <p:spPr>
              <a:xfrm>
                <a:off x="6303841" y="2840110"/>
                <a:ext cx="799337" cy="785430"/>
              </a:xfrm>
              <a:custGeom>
                <a:avLst/>
                <a:gdLst/>
                <a:ahLst/>
                <a:cxnLst/>
                <a:rect l="l" t="t" r="r" b="b"/>
                <a:pathLst>
                  <a:path w="12587" h="12368" extrusionOk="0">
                    <a:moveTo>
                      <a:pt x="1" y="12368"/>
                    </a:moveTo>
                    <a:lnTo>
                      <a:pt x="1301" y="9318"/>
                    </a:lnTo>
                    <a:cubicBezTo>
                      <a:pt x="720" y="8386"/>
                      <a:pt x="386" y="7281"/>
                      <a:pt x="386" y="6101"/>
                    </a:cubicBezTo>
                    <a:cubicBezTo>
                      <a:pt x="386" y="2729"/>
                      <a:pt x="3120" y="1"/>
                      <a:pt x="6486" y="1"/>
                    </a:cubicBezTo>
                    <a:cubicBezTo>
                      <a:pt x="9853" y="1"/>
                      <a:pt x="12587" y="2734"/>
                      <a:pt x="12587" y="6101"/>
                    </a:cubicBezTo>
                    <a:cubicBezTo>
                      <a:pt x="12587" y="9468"/>
                      <a:pt x="9853" y="12201"/>
                      <a:pt x="6486" y="12201"/>
                    </a:cubicBezTo>
                    <a:cubicBezTo>
                      <a:pt x="5387" y="12201"/>
                      <a:pt x="4357" y="11913"/>
                      <a:pt x="3471" y="1140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6">
                <a:extLst>
                  <a:ext uri="{FF2B5EF4-FFF2-40B4-BE49-F238E27FC236}">
                    <a16:creationId xmlns:a16="http://schemas.microsoft.com/office/drawing/2014/main" id="{22CD1460-34EF-0F78-09AB-DD7E2B5F8932}"/>
                  </a:ext>
                </a:extLst>
              </p:cNvPr>
              <p:cNvSpPr/>
              <p:nvPr/>
            </p:nvSpPr>
            <p:spPr>
              <a:xfrm>
                <a:off x="6515131" y="3091917"/>
                <a:ext cx="398367" cy="321335"/>
              </a:xfrm>
              <a:custGeom>
                <a:avLst/>
                <a:gdLst/>
                <a:ahLst/>
                <a:cxnLst/>
                <a:rect l="l" t="t" r="r" b="b"/>
                <a:pathLst>
                  <a:path w="6273" h="5060" extrusionOk="0">
                    <a:moveTo>
                      <a:pt x="4472" y="1"/>
                    </a:moveTo>
                    <a:lnTo>
                      <a:pt x="5208" y="1"/>
                    </a:lnTo>
                    <a:cubicBezTo>
                      <a:pt x="5801" y="1"/>
                      <a:pt x="6273" y="479"/>
                      <a:pt x="6273" y="1066"/>
                    </a:cubicBezTo>
                    <a:lnTo>
                      <a:pt x="6273" y="2873"/>
                    </a:lnTo>
                    <a:lnTo>
                      <a:pt x="6273" y="2884"/>
                    </a:lnTo>
                    <a:cubicBezTo>
                      <a:pt x="6273" y="4087"/>
                      <a:pt x="5306" y="5059"/>
                      <a:pt x="4109" y="5059"/>
                    </a:cubicBezTo>
                    <a:lnTo>
                      <a:pt x="3407" y="5059"/>
                    </a:lnTo>
                    <a:lnTo>
                      <a:pt x="3407" y="4093"/>
                    </a:lnTo>
                    <a:cubicBezTo>
                      <a:pt x="4167" y="4093"/>
                      <a:pt x="4402" y="3419"/>
                      <a:pt x="4472" y="2878"/>
                    </a:cubicBezTo>
                    <a:lnTo>
                      <a:pt x="4472" y="2878"/>
                    </a:lnTo>
                    <a:cubicBezTo>
                      <a:pt x="3879" y="2878"/>
                      <a:pt x="3407" y="2406"/>
                      <a:pt x="3407" y="1814"/>
                    </a:cubicBezTo>
                    <a:lnTo>
                      <a:pt x="3407" y="1071"/>
                    </a:lnTo>
                    <a:cubicBezTo>
                      <a:pt x="3407" y="484"/>
                      <a:pt x="3879" y="1"/>
                      <a:pt x="4472" y="1"/>
                    </a:cubicBezTo>
                    <a:close/>
                    <a:moveTo>
                      <a:pt x="1065" y="2878"/>
                    </a:moveTo>
                    <a:lnTo>
                      <a:pt x="1065" y="2878"/>
                    </a:lnTo>
                    <a:cubicBezTo>
                      <a:pt x="1001" y="3425"/>
                      <a:pt x="765" y="4093"/>
                      <a:pt x="0" y="4093"/>
                    </a:cubicBezTo>
                    <a:lnTo>
                      <a:pt x="0" y="5059"/>
                    </a:lnTo>
                    <a:lnTo>
                      <a:pt x="708" y="5059"/>
                    </a:lnTo>
                    <a:cubicBezTo>
                      <a:pt x="1911" y="5059"/>
                      <a:pt x="2877" y="4087"/>
                      <a:pt x="2877" y="2884"/>
                    </a:cubicBezTo>
                    <a:lnTo>
                      <a:pt x="2877" y="2873"/>
                    </a:lnTo>
                    <a:lnTo>
                      <a:pt x="2877" y="1066"/>
                    </a:lnTo>
                    <a:cubicBezTo>
                      <a:pt x="2877" y="473"/>
                      <a:pt x="2406" y="1"/>
                      <a:pt x="1813" y="1"/>
                    </a:cubicBezTo>
                    <a:lnTo>
                      <a:pt x="1076" y="1"/>
                    </a:lnTo>
                    <a:cubicBezTo>
                      <a:pt x="483" y="1"/>
                      <a:pt x="12" y="473"/>
                      <a:pt x="12" y="1066"/>
                    </a:cubicBezTo>
                    <a:lnTo>
                      <a:pt x="12" y="1808"/>
                    </a:lnTo>
                    <a:cubicBezTo>
                      <a:pt x="0" y="2395"/>
                      <a:pt x="483" y="2878"/>
                      <a:pt x="1065" y="287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7" name="Google Shape;487;p36">
              <a:extLst>
                <a:ext uri="{FF2B5EF4-FFF2-40B4-BE49-F238E27FC236}">
                  <a16:creationId xmlns:a16="http://schemas.microsoft.com/office/drawing/2014/main" id="{F7DD0E70-B8BD-6405-677A-46A9803AD9B7}"/>
                </a:ext>
              </a:extLst>
            </p:cNvPr>
            <p:cNvGrpSpPr/>
            <p:nvPr/>
          </p:nvGrpSpPr>
          <p:grpSpPr>
            <a:xfrm>
              <a:off x="6699330" y="2455550"/>
              <a:ext cx="791157" cy="791109"/>
              <a:chOff x="6746427" y="1893210"/>
              <a:chExt cx="1058120" cy="1058057"/>
            </a:xfrm>
          </p:grpSpPr>
          <p:sp>
            <p:nvSpPr>
              <p:cNvPr id="488" name="Google Shape;488;p36">
                <a:extLst>
                  <a:ext uri="{FF2B5EF4-FFF2-40B4-BE49-F238E27FC236}">
                    <a16:creationId xmlns:a16="http://schemas.microsoft.com/office/drawing/2014/main" id="{1C096CAD-20A3-FC22-A842-BCD6573F1C6E}"/>
                  </a:ext>
                </a:extLst>
              </p:cNvPr>
              <p:cNvSpPr/>
              <p:nvPr/>
            </p:nvSpPr>
            <p:spPr>
              <a:xfrm>
                <a:off x="6836735" y="1983455"/>
                <a:ext cx="877131" cy="877195"/>
              </a:xfrm>
              <a:custGeom>
                <a:avLst/>
                <a:gdLst/>
                <a:ahLst/>
                <a:cxnLst/>
                <a:rect l="l" t="t" r="r" b="b"/>
                <a:pathLst>
                  <a:path w="13812" h="13813" extrusionOk="0">
                    <a:moveTo>
                      <a:pt x="13812" y="6906"/>
                    </a:moveTo>
                    <a:cubicBezTo>
                      <a:pt x="13812" y="10722"/>
                      <a:pt x="10722" y="13812"/>
                      <a:pt x="6906" y="13812"/>
                    </a:cubicBezTo>
                    <a:cubicBezTo>
                      <a:pt x="3096" y="13812"/>
                      <a:pt x="0" y="10722"/>
                      <a:pt x="0" y="6906"/>
                    </a:cubicBezTo>
                    <a:cubicBezTo>
                      <a:pt x="0" y="3097"/>
                      <a:pt x="3096" y="1"/>
                      <a:pt x="6906" y="1"/>
                    </a:cubicBezTo>
                    <a:cubicBezTo>
                      <a:pt x="10722" y="1"/>
                      <a:pt x="13812" y="3097"/>
                      <a:pt x="13812" y="690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6">
                <a:extLst>
                  <a:ext uri="{FF2B5EF4-FFF2-40B4-BE49-F238E27FC236}">
                    <a16:creationId xmlns:a16="http://schemas.microsoft.com/office/drawing/2014/main" id="{0BE568A9-26F1-6E41-8F1C-857D1750871E}"/>
                  </a:ext>
                </a:extLst>
              </p:cNvPr>
              <p:cNvSpPr/>
              <p:nvPr/>
            </p:nvSpPr>
            <p:spPr>
              <a:xfrm>
                <a:off x="6746427" y="1893210"/>
                <a:ext cx="1058120" cy="1058057"/>
              </a:xfrm>
              <a:custGeom>
                <a:avLst/>
                <a:gdLst/>
                <a:ahLst/>
                <a:cxnLst/>
                <a:rect l="l" t="t" r="r" b="b"/>
                <a:pathLst>
                  <a:path w="16662" h="16661" extrusionOk="0">
                    <a:moveTo>
                      <a:pt x="8328" y="16660"/>
                    </a:moveTo>
                    <a:cubicBezTo>
                      <a:pt x="3736" y="16660"/>
                      <a:pt x="1" y="12925"/>
                      <a:pt x="1" y="8333"/>
                    </a:cubicBezTo>
                    <a:cubicBezTo>
                      <a:pt x="1" y="3735"/>
                      <a:pt x="3730" y="0"/>
                      <a:pt x="8328" y="0"/>
                    </a:cubicBezTo>
                    <a:cubicBezTo>
                      <a:pt x="12926" y="0"/>
                      <a:pt x="16661" y="3741"/>
                      <a:pt x="16661" y="8333"/>
                    </a:cubicBezTo>
                    <a:cubicBezTo>
                      <a:pt x="16661" y="12920"/>
                      <a:pt x="12920" y="16660"/>
                      <a:pt x="8328" y="16660"/>
                    </a:cubicBezTo>
                    <a:close/>
                    <a:moveTo>
                      <a:pt x="8328" y="115"/>
                    </a:moveTo>
                    <a:cubicBezTo>
                      <a:pt x="3799" y="115"/>
                      <a:pt x="110" y="3804"/>
                      <a:pt x="110" y="8339"/>
                    </a:cubicBezTo>
                    <a:cubicBezTo>
                      <a:pt x="110" y="12868"/>
                      <a:pt x="3799" y="16562"/>
                      <a:pt x="8328" y="16562"/>
                    </a:cubicBezTo>
                    <a:cubicBezTo>
                      <a:pt x="12863" y="16562"/>
                      <a:pt x="16552" y="12868"/>
                      <a:pt x="16552" y="8339"/>
                    </a:cubicBezTo>
                    <a:cubicBezTo>
                      <a:pt x="16552" y="3804"/>
                      <a:pt x="12863" y="115"/>
                      <a:pt x="8328" y="115"/>
                    </a:cubicBezTo>
                    <a:close/>
                  </a:path>
                </a:pathLst>
              </a:custGeom>
              <a:solidFill>
                <a:srgbClr val="134F5C">
                  <a:alpha val="5660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6">
                <a:extLst>
                  <a:ext uri="{FF2B5EF4-FFF2-40B4-BE49-F238E27FC236}">
                    <a16:creationId xmlns:a16="http://schemas.microsoft.com/office/drawing/2014/main" id="{7388EA20-A5E6-0814-F9E7-142EDFDC7488}"/>
                  </a:ext>
                </a:extLst>
              </p:cNvPr>
              <p:cNvSpPr/>
              <p:nvPr/>
            </p:nvSpPr>
            <p:spPr>
              <a:xfrm>
                <a:off x="6996775" y="2145717"/>
                <a:ext cx="557383" cy="607489"/>
              </a:xfrm>
              <a:custGeom>
                <a:avLst/>
                <a:gdLst/>
                <a:ahLst/>
                <a:cxnLst/>
                <a:rect l="l" t="t" r="r" b="b"/>
                <a:pathLst>
                  <a:path w="8777" h="9566" extrusionOk="0">
                    <a:moveTo>
                      <a:pt x="8196" y="6302"/>
                    </a:moveTo>
                    <a:lnTo>
                      <a:pt x="8196" y="3149"/>
                    </a:lnTo>
                    <a:cubicBezTo>
                      <a:pt x="8524" y="3068"/>
                      <a:pt x="8777" y="2775"/>
                      <a:pt x="8777" y="2412"/>
                    </a:cubicBezTo>
                    <a:cubicBezTo>
                      <a:pt x="8777" y="1998"/>
                      <a:pt x="8437" y="1658"/>
                      <a:pt x="8023" y="1658"/>
                    </a:cubicBezTo>
                    <a:cubicBezTo>
                      <a:pt x="7793" y="1658"/>
                      <a:pt x="7580" y="1767"/>
                      <a:pt x="7448" y="1929"/>
                    </a:cubicBezTo>
                    <a:lnTo>
                      <a:pt x="5146" y="789"/>
                    </a:lnTo>
                    <a:lnTo>
                      <a:pt x="5146" y="760"/>
                    </a:lnTo>
                    <a:cubicBezTo>
                      <a:pt x="5146" y="340"/>
                      <a:pt x="4806" y="1"/>
                      <a:pt x="4386" y="1"/>
                    </a:cubicBezTo>
                    <a:cubicBezTo>
                      <a:pt x="3972" y="1"/>
                      <a:pt x="3632" y="340"/>
                      <a:pt x="3632" y="760"/>
                    </a:cubicBezTo>
                    <a:lnTo>
                      <a:pt x="3632" y="789"/>
                    </a:lnTo>
                    <a:lnTo>
                      <a:pt x="1330" y="1929"/>
                    </a:lnTo>
                    <a:cubicBezTo>
                      <a:pt x="1192" y="1767"/>
                      <a:pt x="985" y="1658"/>
                      <a:pt x="755" y="1658"/>
                    </a:cubicBezTo>
                    <a:cubicBezTo>
                      <a:pt x="340" y="1658"/>
                      <a:pt x="1" y="1998"/>
                      <a:pt x="1" y="2412"/>
                    </a:cubicBezTo>
                    <a:cubicBezTo>
                      <a:pt x="1" y="2775"/>
                      <a:pt x="243" y="3068"/>
                      <a:pt x="582" y="3149"/>
                    </a:cubicBezTo>
                    <a:lnTo>
                      <a:pt x="582" y="6302"/>
                    </a:lnTo>
                    <a:cubicBezTo>
                      <a:pt x="254" y="6383"/>
                      <a:pt x="1" y="6676"/>
                      <a:pt x="1" y="7039"/>
                    </a:cubicBezTo>
                    <a:cubicBezTo>
                      <a:pt x="1" y="7453"/>
                      <a:pt x="340" y="7793"/>
                      <a:pt x="755" y="7793"/>
                    </a:cubicBezTo>
                    <a:cubicBezTo>
                      <a:pt x="1037" y="7793"/>
                      <a:pt x="1290" y="7637"/>
                      <a:pt x="1411" y="7407"/>
                    </a:cubicBezTo>
                    <a:lnTo>
                      <a:pt x="3684" y="8535"/>
                    </a:lnTo>
                    <a:cubicBezTo>
                      <a:pt x="3649" y="8621"/>
                      <a:pt x="3632" y="8713"/>
                      <a:pt x="3632" y="8806"/>
                    </a:cubicBezTo>
                    <a:cubicBezTo>
                      <a:pt x="3632" y="9226"/>
                      <a:pt x="3972" y="9565"/>
                      <a:pt x="4386" y="9565"/>
                    </a:cubicBezTo>
                    <a:cubicBezTo>
                      <a:pt x="4806" y="9565"/>
                      <a:pt x="5146" y="9226"/>
                      <a:pt x="5146" y="8806"/>
                    </a:cubicBezTo>
                    <a:cubicBezTo>
                      <a:pt x="5146" y="8713"/>
                      <a:pt x="5123" y="8621"/>
                      <a:pt x="5094" y="8535"/>
                    </a:cubicBezTo>
                    <a:lnTo>
                      <a:pt x="7367" y="7407"/>
                    </a:lnTo>
                    <a:cubicBezTo>
                      <a:pt x="7494" y="7637"/>
                      <a:pt x="7741" y="7793"/>
                      <a:pt x="8023" y="7793"/>
                    </a:cubicBezTo>
                    <a:cubicBezTo>
                      <a:pt x="8437" y="7793"/>
                      <a:pt x="8777" y="7453"/>
                      <a:pt x="8777" y="7039"/>
                    </a:cubicBezTo>
                    <a:cubicBezTo>
                      <a:pt x="8771" y="6688"/>
                      <a:pt x="8524" y="6383"/>
                      <a:pt x="8196" y="6302"/>
                    </a:cubicBezTo>
                    <a:close/>
                    <a:moveTo>
                      <a:pt x="1221" y="6446"/>
                    </a:moveTo>
                    <a:cubicBezTo>
                      <a:pt x="1135" y="6383"/>
                      <a:pt x="1037" y="6331"/>
                      <a:pt x="927" y="6302"/>
                    </a:cubicBezTo>
                    <a:lnTo>
                      <a:pt x="927" y="3149"/>
                    </a:lnTo>
                    <a:cubicBezTo>
                      <a:pt x="1089" y="3108"/>
                      <a:pt x="1232" y="3016"/>
                      <a:pt x="1330" y="2895"/>
                    </a:cubicBezTo>
                    <a:lnTo>
                      <a:pt x="3638" y="4041"/>
                    </a:lnTo>
                    <a:cubicBezTo>
                      <a:pt x="3632" y="4081"/>
                      <a:pt x="3626" y="4133"/>
                      <a:pt x="3626" y="4173"/>
                    </a:cubicBezTo>
                    <a:cubicBezTo>
                      <a:pt x="3626" y="4535"/>
                      <a:pt x="3868" y="4829"/>
                      <a:pt x="4208" y="4910"/>
                    </a:cubicBezTo>
                    <a:lnTo>
                      <a:pt x="4208" y="4967"/>
                    </a:lnTo>
                    <a:close/>
                    <a:moveTo>
                      <a:pt x="4559" y="4915"/>
                    </a:moveTo>
                    <a:cubicBezTo>
                      <a:pt x="4892" y="4835"/>
                      <a:pt x="5134" y="4541"/>
                      <a:pt x="5134" y="4184"/>
                    </a:cubicBezTo>
                    <a:cubicBezTo>
                      <a:pt x="5134" y="4133"/>
                      <a:pt x="5128" y="4087"/>
                      <a:pt x="5123" y="4046"/>
                    </a:cubicBezTo>
                    <a:lnTo>
                      <a:pt x="7430" y="2901"/>
                    </a:lnTo>
                    <a:cubicBezTo>
                      <a:pt x="7534" y="3022"/>
                      <a:pt x="7678" y="3108"/>
                      <a:pt x="7833" y="3154"/>
                    </a:cubicBezTo>
                    <a:lnTo>
                      <a:pt x="7833" y="6314"/>
                    </a:lnTo>
                    <a:cubicBezTo>
                      <a:pt x="7724" y="6343"/>
                      <a:pt x="7626" y="6389"/>
                      <a:pt x="7540" y="6458"/>
                    </a:cubicBezTo>
                    <a:lnTo>
                      <a:pt x="4553" y="4973"/>
                    </a:lnTo>
                    <a:lnTo>
                      <a:pt x="4553" y="4915"/>
                    </a:lnTo>
                    <a:close/>
                    <a:moveTo>
                      <a:pt x="7281" y="2239"/>
                    </a:moveTo>
                    <a:cubicBezTo>
                      <a:pt x="7263" y="2297"/>
                      <a:pt x="7258" y="2349"/>
                      <a:pt x="7258" y="2412"/>
                    </a:cubicBezTo>
                    <a:cubicBezTo>
                      <a:pt x="7258" y="2470"/>
                      <a:pt x="7263" y="2527"/>
                      <a:pt x="7281" y="2585"/>
                    </a:cubicBezTo>
                    <a:lnTo>
                      <a:pt x="4985" y="3724"/>
                    </a:lnTo>
                    <a:cubicBezTo>
                      <a:pt x="4887" y="3586"/>
                      <a:pt x="4731" y="3494"/>
                      <a:pt x="4559" y="3448"/>
                    </a:cubicBezTo>
                    <a:lnTo>
                      <a:pt x="4559" y="1491"/>
                    </a:lnTo>
                    <a:cubicBezTo>
                      <a:pt x="4772" y="1439"/>
                      <a:pt x="4933" y="1313"/>
                      <a:pt x="5042" y="1134"/>
                    </a:cubicBezTo>
                    <a:close/>
                    <a:moveTo>
                      <a:pt x="3736" y="1134"/>
                    </a:moveTo>
                    <a:cubicBezTo>
                      <a:pt x="3834" y="1313"/>
                      <a:pt x="4006" y="1439"/>
                      <a:pt x="4213" y="1491"/>
                    </a:cubicBezTo>
                    <a:lnTo>
                      <a:pt x="4213" y="3448"/>
                    </a:lnTo>
                    <a:cubicBezTo>
                      <a:pt x="4041" y="3494"/>
                      <a:pt x="3897" y="3586"/>
                      <a:pt x="3793" y="3724"/>
                    </a:cubicBezTo>
                    <a:lnTo>
                      <a:pt x="1497" y="2579"/>
                    </a:lnTo>
                    <a:cubicBezTo>
                      <a:pt x="1509" y="2521"/>
                      <a:pt x="1520" y="2470"/>
                      <a:pt x="1520" y="2406"/>
                    </a:cubicBezTo>
                    <a:cubicBezTo>
                      <a:pt x="1520" y="2349"/>
                      <a:pt x="1509" y="2291"/>
                      <a:pt x="1497" y="2234"/>
                    </a:cubicBezTo>
                    <a:close/>
                    <a:moveTo>
                      <a:pt x="1445" y="6728"/>
                    </a:moveTo>
                    <a:lnTo>
                      <a:pt x="4213" y="5353"/>
                    </a:lnTo>
                    <a:lnTo>
                      <a:pt x="4213" y="8069"/>
                    </a:lnTo>
                    <a:cubicBezTo>
                      <a:pt x="4093" y="8092"/>
                      <a:pt x="3983" y="8155"/>
                      <a:pt x="3891" y="8230"/>
                    </a:cubicBezTo>
                    <a:lnTo>
                      <a:pt x="1509" y="7050"/>
                    </a:lnTo>
                    <a:lnTo>
                      <a:pt x="1509" y="7033"/>
                    </a:lnTo>
                    <a:cubicBezTo>
                      <a:pt x="1509" y="6930"/>
                      <a:pt x="1491" y="6820"/>
                      <a:pt x="1445" y="6728"/>
                    </a:cubicBezTo>
                    <a:close/>
                    <a:moveTo>
                      <a:pt x="4887" y="8242"/>
                    </a:moveTo>
                    <a:cubicBezTo>
                      <a:pt x="4789" y="8161"/>
                      <a:pt x="4685" y="8103"/>
                      <a:pt x="4559" y="8075"/>
                    </a:cubicBezTo>
                    <a:lnTo>
                      <a:pt x="4559" y="5353"/>
                    </a:lnTo>
                    <a:lnTo>
                      <a:pt x="7333" y="6728"/>
                    </a:lnTo>
                    <a:cubicBezTo>
                      <a:pt x="7286" y="6820"/>
                      <a:pt x="7263" y="6924"/>
                      <a:pt x="7263" y="7039"/>
                    </a:cubicBezTo>
                    <a:lnTo>
                      <a:pt x="7263" y="7062"/>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1" name="Google Shape;491;p36">
              <a:extLst>
                <a:ext uri="{FF2B5EF4-FFF2-40B4-BE49-F238E27FC236}">
                  <a16:creationId xmlns:a16="http://schemas.microsoft.com/office/drawing/2014/main" id="{89A03E64-93A8-3987-19E6-87B2CCA3BC84}"/>
                </a:ext>
              </a:extLst>
            </p:cNvPr>
            <p:cNvSpPr/>
            <p:nvPr/>
          </p:nvSpPr>
          <p:spPr>
            <a:xfrm>
              <a:off x="8399355" y="3558815"/>
              <a:ext cx="337021" cy="271928"/>
            </a:xfrm>
            <a:custGeom>
              <a:avLst/>
              <a:gdLst/>
              <a:ahLst/>
              <a:cxnLst/>
              <a:rect l="l" t="t" r="r" b="b"/>
              <a:pathLst>
                <a:path w="5307" h="4282" fill="none" extrusionOk="0">
                  <a:moveTo>
                    <a:pt x="3782" y="0"/>
                  </a:moveTo>
                  <a:lnTo>
                    <a:pt x="4403" y="0"/>
                  </a:lnTo>
                  <a:cubicBezTo>
                    <a:pt x="4904" y="0"/>
                    <a:pt x="5307" y="403"/>
                    <a:pt x="5307" y="904"/>
                  </a:cubicBezTo>
                  <a:lnTo>
                    <a:pt x="5307" y="2429"/>
                  </a:lnTo>
                  <a:lnTo>
                    <a:pt x="5307" y="2440"/>
                  </a:lnTo>
                  <a:cubicBezTo>
                    <a:pt x="5307" y="3453"/>
                    <a:pt x="4484" y="4276"/>
                    <a:pt x="3471" y="4276"/>
                  </a:cubicBezTo>
                  <a:lnTo>
                    <a:pt x="2872" y="4276"/>
                  </a:lnTo>
                  <a:lnTo>
                    <a:pt x="2872" y="3453"/>
                  </a:lnTo>
                  <a:cubicBezTo>
                    <a:pt x="3523" y="3453"/>
                    <a:pt x="3724" y="2889"/>
                    <a:pt x="3770" y="2429"/>
                  </a:cubicBezTo>
                  <a:lnTo>
                    <a:pt x="3770" y="2429"/>
                  </a:lnTo>
                  <a:cubicBezTo>
                    <a:pt x="3275" y="2429"/>
                    <a:pt x="2872" y="2026"/>
                    <a:pt x="2872" y="1525"/>
                  </a:cubicBezTo>
                  <a:lnTo>
                    <a:pt x="2872" y="904"/>
                  </a:lnTo>
                  <a:cubicBezTo>
                    <a:pt x="2878" y="403"/>
                    <a:pt x="3281" y="0"/>
                    <a:pt x="3782" y="0"/>
                  </a:cubicBezTo>
                  <a:close/>
                  <a:moveTo>
                    <a:pt x="910" y="2434"/>
                  </a:moveTo>
                  <a:lnTo>
                    <a:pt x="910" y="2434"/>
                  </a:lnTo>
                  <a:cubicBezTo>
                    <a:pt x="852" y="2895"/>
                    <a:pt x="651" y="3459"/>
                    <a:pt x="12" y="3459"/>
                  </a:cubicBezTo>
                  <a:lnTo>
                    <a:pt x="12" y="4282"/>
                  </a:lnTo>
                  <a:lnTo>
                    <a:pt x="605" y="4282"/>
                  </a:lnTo>
                  <a:cubicBezTo>
                    <a:pt x="1624" y="4282"/>
                    <a:pt x="2441" y="3459"/>
                    <a:pt x="2441" y="2446"/>
                  </a:cubicBezTo>
                  <a:lnTo>
                    <a:pt x="2441" y="2434"/>
                  </a:lnTo>
                  <a:lnTo>
                    <a:pt x="2441" y="904"/>
                  </a:lnTo>
                  <a:cubicBezTo>
                    <a:pt x="2441" y="403"/>
                    <a:pt x="2038" y="0"/>
                    <a:pt x="1543" y="0"/>
                  </a:cubicBezTo>
                  <a:lnTo>
                    <a:pt x="916" y="0"/>
                  </a:lnTo>
                  <a:cubicBezTo>
                    <a:pt x="421" y="0"/>
                    <a:pt x="18" y="403"/>
                    <a:pt x="18" y="904"/>
                  </a:cubicBezTo>
                  <a:lnTo>
                    <a:pt x="18" y="1525"/>
                  </a:lnTo>
                  <a:cubicBezTo>
                    <a:pt x="1" y="2026"/>
                    <a:pt x="404" y="2434"/>
                    <a:pt x="910" y="2434"/>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6">
              <a:extLst>
                <a:ext uri="{FF2B5EF4-FFF2-40B4-BE49-F238E27FC236}">
                  <a16:creationId xmlns:a16="http://schemas.microsoft.com/office/drawing/2014/main" id="{15C197D7-B97D-F52C-EE52-CDD639D65C03}"/>
                </a:ext>
              </a:extLst>
            </p:cNvPr>
            <p:cNvSpPr/>
            <p:nvPr/>
          </p:nvSpPr>
          <p:spPr>
            <a:xfrm>
              <a:off x="6054669" y="4040401"/>
              <a:ext cx="411957" cy="412274"/>
            </a:xfrm>
            <a:custGeom>
              <a:avLst/>
              <a:gdLst/>
              <a:ahLst/>
              <a:cxnLst/>
              <a:rect l="l" t="t" r="r" b="b"/>
              <a:pathLst>
                <a:path w="6487" h="6492" fill="none" extrusionOk="0">
                  <a:moveTo>
                    <a:pt x="6481" y="3033"/>
                  </a:moveTo>
                  <a:cubicBezTo>
                    <a:pt x="6475" y="2930"/>
                    <a:pt x="6418" y="2843"/>
                    <a:pt x="6326" y="2809"/>
                  </a:cubicBezTo>
                  <a:lnTo>
                    <a:pt x="6078" y="2700"/>
                  </a:lnTo>
                  <a:cubicBezTo>
                    <a:pt x="6009" y="2665"/>
                    <a:pt x="5951" y="2607"/>
                    <a:pt x="5928" y="2527"/>
                  </a:cubicBezTo>
                  <a:lnTo>
                    <a:pt x="5928" y="2527"/>
                  </a:lnTo>
                  <a:cubicBezTo>
                    <a:pt x="5905" y="2446"/>
                    <a:pt x="5923" y="2372"/>
                    <a:pt x="5969" y="2302"/>
                  </a:cubicBezTo>
                  <a:lnTo>
                    <a:pt x="6130" y="2090"/>
                  </a:lnTo>
                  <a:cubicBezTo>
                    <a:pt x="6187" y="2009"/>
                    <a:pt x="6199" y="1900"/>
                    <a:pt x="6153" y="1813"/>
                  </a:cubicBezTo>
                  <a:cubicBezTo>
                    <a:pt x="6084" y="1687"/>
                    <a:pt x="6015" y="1566"/>
                    <a:pt x="5940" y="1451"/>
                  </a:cubicBezTo>
                  <a:cubicBezTo>
                    <a:pt x="5882" y="1370"/>
                    <a:pt x="5790" y="1318"/>
                    <a:pt x="5693" y="1336"/>
                  </a:cubicBezTo>
                  <a:lnTo>
                    <a:pt x="5422" y="1364"/>
                  </a:lnTo>
                  <a:cubicBezTo>
                    <a:pt x="5347" y="1370"/>
                    <a:pt x="5267" y="1341"/>
                    <a:pt x="5209" y="1284"/>
                  </a:cubicBezTo>
                  <a:lnTo>
                    <a:pt x="5209" y="1284"/>
                  </a:lnTo>
                  <a:cubicBezTo>
                    <a:pt x="5152" y="1226"/>
                    <a:pt x="5123" y="1146"/>
                    <a:pt x="5129" y="1065"/>
                  </a:cubicBezTo>
                  <a:lnTo>
                    <a:pt x="5157" y="800"/>
                  </a:lnTo>
                  <a:cubicBezTo>
                    <a:pt x="5175" y="697"/>
                    <a:pt x="5123" y="605"/>
                    <a:pt x="5042" y="547"/>
                  </a:cubicBezTo>
                  <a:cubicBezTo>
                    <a:pt x="4927" y="467"/>
                    <a:pt x="4806" y="398"/>
                    <a:pt x="4674" y="340"/>
                  </a:cubicBezTo>
                  <a:cubicBezTo>
                    <a:pt x="4588" y="294"/>
                    <a:pt x="4484" y="306"/>
                    <a:pt x="4403" y="363"/>
                  </a:cubicBezTo>
                  <a:lnTo>
                    <a:pt x="4185" y="518"/>
                  </a:lnTo>
                  <a:cubicBezTo>
                    <a:pt x="4121" y="570"/>
                    <a:pt x="4041" y="582"/>
                    <a:pt x="3960" y="565"/>
                  </a:cubicBezTo>
                  <a:lnTo>
                    <a:pt x="3960" y="565"/>
                  </a:lnTo>
                  <a:cubicBezTo>
                    <a:pt x="3885" y="542"/>
                    <a:pt x="3816" y="490"/>
                    <a:pt x="3788" y="409"/>
                  </a:cubicBezTo>
                  <a:lnTo>
                    <a:pt x="3684" y="167"/>
                  </a:lnTo>
                  <a:cubicBezTo>
                    <a:pt x="3644" y="81"/>
                    <a:pt x="3563" y="18"/>
                    <a:pt x="3460" y="6"/>
                  </a:cubicBezTo>
                  <a:cubicBezTo>
                    <a:pt x="3385" y="1"/>
                    <a:pt x="3316" y="1"/>
                    <a:pt x="3241" y="1"/>
                  </a:cubicBezTo>
                  <a:cubicBezTo>
                    <a:pt x="3172" y="1"/>
                    <a:pt x="3097" y="1"/>
                    <a:pt x="3028" y="6"/>
                  </a:cubicBezTo>
                  <a:cubicBezTo>
                    <a:pt x="2924" y="18"/>
                    <a:pt x="2850" y="75"/>
                    <a:pt x="2804" y="167"/>
                  </a:cubicBezTo>
                  <a:lnTo>
                    <a:pt x="2694" y="409"/>
                  </a:lnTo>
                  <a:cubicBezTo>
                    <a:pt x="2660" y="484"/>
                    <a:pt x="2602" y="542"/>
                    <a:pt x="2522" y="565"/>
                  </a:cubicBezTo>
                  <a:lnTo>
                    <a:pt x="2522" y="565"/>
                  </a:lnTo>
                  <a:cubicBezTo>
                    <a:pt x="2447" y="582"/>
                    <a:pt x="2366" y="570"/>
                    <a:pt x="2303" y="518"/>
                  </a:cubicBezTo>
                  <a:lnTo>
                    <a:pt x="2084" y="363"/>
                  </a:lnTo>
                  <a:cubicBezTo>
                    <a:pt x="2004" y="306"/>
                    <a:pt x="1900" y="288"/>
                    <a:pt x="1814" y="340"/>
                  </a:cubicBezTo>
                  <a:cubicBezTo>
                    <a:pt x="1681" y="403"/>
                    <a:pt x="1561" y="478"/>
                    <a:pt x="1445" y="547"/>
                  </a:cubicBezTo>
                  <a:cubicBezTo>
                    <a:pt x="1365" y="605"/>
                    <a:pt x="1313" y="697"/>
                    <a:pt x="1330" y="800"/>
                  </a:cubicBezTo>
                  <a:lnTo>
                    <a:pt x="1359" y="1065"/>
                  </a:lnTo>
                  <a:cubicBezTo>
                    <a:pt x="1365" y="1146"/>
                    <a:pt x="1336" y="1226"/>
                    <a:pt x="1279" y="1284"/>
                  </a:cubicBezTo>
                  <a:lnTo>
                    <a:pt x="1279" y="1284"/>
                  </a:lnTo>
                  <a:cubicBezTo>
                    <a:pt x="1221" y="1341"/>
                    <a:pt x="1140" y="1370"/>
                    <a:pt x="1066" y="1364"/>
                  </a:cubicBezTo>
                  <a:lnTo>
                    <a:pt x="795" y="1336"/>
                  </a:lnTo>
                  <a:cubicBezTo>
                    <a:pt x="697" y="1318"/>
                    <a:pt x="605" y="1370"/>
                    <a:pt x="548" y="1451"/>
                  </a:cubicBezTo>
                  <a:cubicBezTo>
                    <a:pt x="467" y="1566"/>
                    <a:pt x="392" y="1687"/>
                    <a:pt x="335" y="1813"/>
                  </a:cubicBezTo>
                  <a:cubicBezTo>
                    <a:pt x="294" y="1900"/>
                    <a:pt x="300" y="2009"/>
                    <a:pt x="358" y="2090"/>
                  </a:cubicBezTo>
                  <a:lnTo>
                    <a:pt x="519" y="2302"/>
                  </a:lnTo>
                  <a:cubicBezTo>
                    <a:pt x="565" y="2372"/>
                    <a:pt x="582" y="2446"/>
                    <a:pt x="559" y="2527"/>
                  </a:cubicBezTo>
                  <a:lnTo>
                    <a:pt x="559" y="2527"/>
                  </a:lnTo>
                  <a:cubicBezTo>
                    <a:pt x="536" y="2607"/>
                    <a:pt x="490" y="2671"/>
                    <a:pt x="410" y="2700"/>
                  </a:cubicBezTo>
                  <a:lnTo>
                    <a:pt x="162" y="2809"/>
                  </a:lnTo>
                  <a:cubicBezTo>
                    <a:pt x="76" y="2843"/>
                    <a:pt x="13" y="2930"/>
                    <a:pt x="7" y="3033"/>
                  </a:cubicBezTo>
                  <a:cubicBezTo>
                    <a:pt x="1" y="3102"/>
                    <a:pt x="1" y="3177"/>
                    <a:pt x="1" y="3246"/>
                  </a:cubicBezTo>
                  <a:cubicBezTo>
                    <a:pt x="1" y="3321"/>
                    <a:pt x="1" y="3390"/>
                    <a:pt x="7" y="3465"/>
                  </a:cubicBezTo>
                  <a:cubicBezTo>
                    <a:pt x="13" y="3563"/>
                    <a:pt x="70" y="3643"/>
                    <a:pt x="162" y="3684"/>
                  </a:cubicBezTo>
                  <a:lnTo>
                    <a:pt x="410" y="3793"/>
                  </a:lnTo>
                  <a:cubicBezTo>
                    <a:pt x="479" y="3822"/>
                    <a:pt x="536" y="3885"/>
                    <a:pt x="559" y="3966"/>
                  </a:cubicBezTo>
                  <a:lnTo>
                    <a:pt x="559" y="3966"/>
                  </a:lnTo>
                  <a:cubicBezTo>
                    <a:pt x="582" y="4046"/>
                    <a:pt x="565" y="4127"/>
                    <a:pt x="519" y="4190"/>
                  </a:cubicBezTo>
                  <a:lnTo>
                    <a:pt x="358" y="4403"/>
                  </a:lnTo>
                  <a:cubicBezTo>
                    <a:pt x="300" y="4484"/>
                    <a:pt x="289" y="4593"/>
                    <a:pt x="335" y="4679"/>
                  </a:cubicBezTo>
                  <a:cubicBezTo>
                    <a:pt x="404" y="4806"/>
                    <a:pt x="473" y="4932"/>
                    <a:pt x="548" y="5048"/>
                  </a:cubicBezTo>
                  <a:cubicBezTo>
                    <a:pt x="605" y="5122"/>
                    <a:pt x="697" y="5174"/>
                    <a:pt x="795" y="5163"/>
                  </a:cubicBezTo>
                  <a:lnTo>
                    <a:pt x="1066" y="5134"/>
                  </a:lnTo>
                  <a:cubicBezTo>
                    <a:pt x="1140" y="5122"/>
                    <a:pt x="1221" y="5151"/>
                    <a:pt x="1279" y="5209"/>
                  </a:cubicBezTo>
                  <a:lnTo>
                    <a:pt x="1279" y="5209"/>
                  </a:lnTo>
                  <a:cubicBezTo>
                    <a:pt x="1336" y="5266"/>
                    <a:pt x="1365" y="5347"/>
                    <a:pt x="1359" y="5427"/>
                  </a:cubicBezTo>
                  <a:lnTo>
                    <a:pt x="1330" y="5692"/>
                  </a:lnTo>
                  <a:cubicBezTo>
                    <a:pt x="1313" y="5796"/>
                    <a:pt x="1365" y="5888"/>
                    <a:pt x="1445" y="5945"/>
                  </a:cubicBezTo>
                  <a:cubicBezTo>
                    <a:pt x="1561" y="6026"/>
                    <a:pt x="1681" y="6095"/>
                    <a:pt x="1814" y="6152"/>
                  </a:cubicBezTo>
                  <a:cubicBezTo>
                    <a:pt x="1900" y="6198"/>
                    <a:pt x="2004" y="6187"/>
                    <a:pt x="2084" y="6129"/>
                  </a:cubicBezTo>
                  <a:lnTo>
                    <a:pt x="2303" y="5974"/>
                  </a:lnTo>
                  <a:cubicBezTo>
                    <a:pt x="2366" y="5922"/>
                    <a:pt x="2447" y="5911"/>
                    <a:pt x="2522" y="5928"/>
                  </a:cubicBezTo>
                  <a:lnTo>
                    <a:pt x="2522" y="5928"/>
                  </a:lnTo>
                  <a:cubicBezTo>
                    <a:pt x="2602" y="5951"/>
                    <a:pt x="2665" y="6003"/>
                    <a:pt x="2694" y="6083"/>
                  </a:cubicBezTo>
                  <a:lnTo>
                    <a:pt x="2804" y="6325"/>
                  </a:lnTo>
                  <a:cubicBezTo>
                    <a:pt x="2838" y="6411"/>
                    <a:pt x="2924" y="6475"/>
                    <a:pt x="3028" y="6486"/>
                  </a:cubicBezTo>
                  <a:cubicBezTo>
                    <a:pt x="3097" y="6492"/>
                    <a:pt x="3172" y="6492"/>
                    <a:pt x="3241" y="6492"/>
                  </a:cubicBezTo>
                  <a:cubicBezTo>
                    <a:pt x="3316" y="6492"/>
                    <a:pt x="3385" y="6492"/>
                    <a:pt x="3460" y="6486"/>
                  </a:cubicBezTo>
                  <a:cubicBezTo>
                    <a:pt x="3557" y="6475"/>
                    <a:pt x="3644" y="6417"/>
                    <a:pt x="3684" y="6325"/>
                  </a:cubicBezTo>
                  <a:lnTo>
                    <a:pt x="3788" y="6083"/>
                  </a:lnTo>
                  <a:cubicBezTo>
                    <a:pt x="3828" y="6009"/>
                    <a:pt x="3885" y="5951"/>
                    <a:pt x="3960" y="5928"/>
                  </a:cubicBezTo>
                  <a:lnTo>
                    <a:pt x="3960" y="5928"/>
                  </a:lnTo>
                  <a:cubicBezTo>
                    <a:pt x="4041" y="5911"/>
                    <a:pt x="4121" y="5922"/>
                    <a:pt x="4185" y="5974"/>
                  </a:cubicBezTo>
                  <a:lnTo>
                    <a:pt x="4403" y="6129"/>
                  </a:lnTo>
                  <a:cubicBezTo>
                    <a:pt x="4484" y="6187"/>
                    <a:pt x="4588" y="6204"/>
                    <a:pt x="4674" y="6152"/>
                  </a:cubicBezTo>
                  <a:cubicBezTo>
                    <a:pt x="4806" y="6089"/>
                    <a:pt x="4927" y="6014"/>
                    <a:pt x="5042" y="5945"/>
                  </a:cubicBezTo>
                  <a:cubicBezTo>
                    <a:pt x="5123" y="5888"/>
                    <a:pt x="5175" y="5796"/>
                    <a:pt x="5157" y="5692"/>
                  </a:cubicBezTo>
                  <a:lnTo>
                    <a:pt x="5129" y="5427"/>
                  </a:lnTo>
                  <a:cubicBezTo>
                    <a:pt x="5123" y="5347"/>
                    <a:pt x="5152" y="5266"/>
                    <a:pt x="5209" y="5209"/>
                  </a:cubicBezTo>
                  <a:lnTo>
                    <a:pt x="5209" y="5209"/>
                  </a:lnTo>
                  <a:cubicBezTo>
                    <a:pt x="5267" y="5151"/>
                    <a:pt x="5347" y="5122"/>
                    <a:pt x="5422" y="5134"/>
                  </a:cubicBezTo>
                  <a:lnTo>
                    <a:pt x="5693" y="5163"/>
                  </a:lnTo>
                  <a:cubicBezTo>
                    <a:pt x="5790" y="5174"/>
                    <a:pt x="5882" y="5122"/>
                    <a:pt x="5940" y="5048"/>
                  </a:cubicBezTo>
                  <a:cubicBezTo>
                    <a:pt x="6021" y="4932"/>
                    <a:pt x="6095" y="4806"/>
                    <a:pt x="6153" y="4679"/>
                  </a:cubicBezTo>
                  <a:cubicBezTo>
                    <a:pt x="6193" y="4593"/>
                    <a:pt x="6187" y="4484"/>
                    <a:pt x="6130" y="4403"/>
                  </a:cubicBezTo>
                  <a:lnTo>
                    <a:pt x="5969" y="4190"/>
                  </a:lnTo>
                  <a:cubicBezTo>
                    <a:pt x="5923" y="4127"/>
                    <a:pt x="5905" y="4046"/>
                    <a:pt x="5928" y="3966"/>
                  </a:cubicBezTo>
                  <a:lnTo>
                    <a:pt x="5928" y="3966"/>
                  </a:lnTo>
                  <a:cubicBezTo>
                    <a:pt x="5951" y="3885"/>
                    <a:pt x="5998" y="3822"/>
                    <a:pt x="6078" y="3793"/>
                  </a:cubicBezTo>
                  <a:lnTo>
                    <a:pt x="6326" y="3684"/>
                  </a:lnTo>
                  <a:cubicBezTo>
                    <a:pt x="6412" y="3649"/>
                    <a:pt x="6475" y="3563"/>
                    <a:pt x="6481" y="3465"/>
                  </a:cubicBezTo>
                  <a:cubicBezTo>
                    <a:pt x="6487" y="3390"/>
                    <a:pt x="6487" y="3321"/>
                    <a:pt x="6487" y="3246"/>
                  </a:cubicBezTo>
                  <a:cubicBezTo>
                    <a:pt x="6487" y="3166"/>
                    <a:pt x="6487" y="3097"/>
                    <a:pt x="6481" y="3033"/>
                  </a:cubicBezTo>
                  <a:close/>
                  <a:moveTo>
                    <a:pt x="3252" y="4368"/>
                  </a:moveTo>
                  <a:cubicBezTo>
                    <a:pt x="2631" y="4368"/>
                    <a:pt x="2130" y="3868"/>
                    <a:pt x="2130" y="3246"/>
                  </a:cubicBezTo>
                  <a:cubicBezTo>
                    <a:pt x="2130" y="2631"/>
                    <a:pt x="2631" y="2124"/>
                    <a:pt x="3252" y="2124"/>
                  </a:cubicBezTo>
                  <a:cubicBezTo>
                    <a:pt x="3868" y="2124"/>
                    <a:pt x="4375" y="2631"/>
                    <a:pt x="4375" y="3246"/>
                  </a:cubicBezTo>
                  <a:cubicBezTo>
                    <a:pt x="4375" y="3868"/>
                    <a:pt x="3868" y="4368"/>
                    <a:pt x="3252" y="4368"/>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6">
              <a:extLst>
                <a:ext uri="{FF2B5EF4-FFF2-40B4-BE49-F238E27FC236}">
                  <a16:creationId xmlns:a16="http://schemas.microsoft.com/office/drawing/2014/main" id="{750BB12A-2E86-7568-6854-77959F5C6FE6}"/>
                </a:ext>
              </a:extLst>
            </p:cNvPr>
            <p:cNvSpPr/>
            <p:nvPr/>
          </p:nvSpPr>
          <p:spPr>
            <a:xfrm>
              <a:off x="6379556" y="1780922"/>
              <a:ext cx="412338" cy="411893"/>
            </a:xfrm>
            <a:custGeom>
              <a:avLst/>
              <a:gdLst/>
              <a:ahLst/>
              <a:cxnLst/>
              <a:rect l="l" t="t" r="r" b="b"/>
              <a:pathLst>
                <a:path w="6493" h="6486" fill="none" extrusionOk="0">
                  <a:moveTo>
                    <a:pt x="6486" y="3027"/>
                  </a:moveTo>
                  <a:cubicBezTo>
                    <a:pt x="6475" y="2929"/>
                    <a:pt x="6417" y="2837"/>
                    <a:pt x="6325" y="2803"/>
                  </a:cubicBezTo>
                  <a:lnTo>
                    <a:pt x="6084" y="2693"/>
                  </a:lnTo>
                  <a:cubicBezTo>
                    <a:pt x="6009" y="2665"/>
                    <a:pt x="5951" y="2601"/>
                    <a:pt x="5928" y="2521"/>
                  </a:cubicBezTo>
                  <a:lnTo>
                    <a:pt x="5928" y="2521"/>
                  </a:lnTo>
                  <a:cubicBezTo>
                    <a:pt x="5911" y="2446"/>
                    <a:pt x="5922" y="2365"/>
                    <a:pt x="5974" y="2302"/>
                  </a:cubicBezTo>
                  <a:lnTo>
                    <a:pt x="6130" y="2083"/>
                  </a:lnTo>
                  <a:cubicBezTo>
                    <a:pt x="6187" y="2009"/>
                    <a:pt x="6204" y="1899"/>
                    <a:pt x="6153" y="1813"/>
                  </a:cubicBezTo>
                  <a:cubicBezTo>
                    <a:pt x="6089" y="1681"/>
                    <a:pt x="6014" y="1560"/>
                    <a:pt x="5945" y="1445"/>
                  </a:cubicBezTo>
                  <a:cubicBezTo>
                    <a:pt x="5888" y="1364"/>
                    <a:pt x="5796" y="1312"/>
                    <a:pt x="5692" y="1330"/>
                  </a:cubicBezTo>
                  <a:lnTo>
                    <a:pt x="5427" y="1358"/>
                  </a:lnTo>
                  <a:cubicBezTo>
                    <a:pt x="5347" y="1364"/>
                    <a:pt x="5266" y="1335"/>
                    <a:pt x="5209" y="1278"/>
                  </a:cubicBezTo>
                  <a:lnTo>
                    <a:pt x="5209" y="1278"/>
                  </a:lnTo>
                  <a:cubicBezTo>
                    <a:pt x="5151" y="1220"/>
                    <a:pt x="5122" y="1145"/>
                    <a:pt x="5134" y="1065"/>
                  </a:cubicBezTo>
                  <a:lnTo>
                    <a:pt x="5163" y="800"/>
                  </a:lnTo>
                  <a:cubicBezTo>
                    <a:pt x="5174" y="696"/>
                    <a:pt x="5122" y="604"/>
                    <a:pt x="5048" y="547"/>
                  </a:cubicBezTo>
                  <a:cubicBezTo>
                    <a:pt x="4927" y="466"/>
                    <a:pt x="4806" y="397"/>
                    <a:pt x="4679" y="340"/>
                  </a:cubicBezTo>
                  <a:cubicBezTo>
                    <a:pt x="4593" y="294"/>
                    <a:pt x="4484" y="299"/>
                    <a:pt x="4403" y="357"/>
                  </a:cubicBezTo>
                  <a:lnTo>
                    <a:pt x="4190" y="518"/>
                  </a:lnTo>
                  <a:cubicBezTo>
                    <a:pt x="4127" y="570"/>
                    <a:pt x="4046" y="581"/>
                    <a:pt x="3966" y="558"/>
                  </a:cubicBezTo>
                  <a:lnTo>
                    <a:pt x="3966" y="558"/>
                  </a:lnTo>
                  <a:cubicBezTo>
                    <a:pt x="3885" y="535"/>
                    <a:pt x="3822" y="489"/>
                    <a:pt x="3793" y="409"/>
                  </a:cubicBezTo>
                  <a:lnTo>
                    <a:pt x="3684" y="167"/>
                  </a:lnTo>
                  <a:cubicBezTo>
                    <a:pt x="3649" y="81"/>
                    <a:pt x="3563" y="12"/>
                    <a:pt x="3459" y="6"/>
                  </a:cubicBezTo>
                  <a:cubicBezTo>
                    <a:pt x="3390" y="0"/>
                    <a:pt x="3315" y="0"/>
                    <a:pt x="3246" y="0"/>
                  </a:cubicBezTo>
                  <a:cubicBezTo>
                    <a:pt x="3172" y="0"/>
                    <a:pt x="3103" y="0"/>
                    <a:pt x="3028" y="6"/>
                  </a:cubicBezTo>
                  <a:cubicBezTo>
                    <a:pt x="2930" y="12"/>
                    <a:pt x="2849" y="69"/>
                    <a:pt x="2809" y="167"/>
                  </a:cubicBezTo>
                  <a:lnTo>
                    <a:pt x="2700" y="409"/>
                  </a:lnTo>
                  <a:cubicBezTo>
                    <a:pt x="2671" y="484"/>
                    <a:pt x="2608" y="541"/>
                    <a:pt x="2527" y="558"/>
                  </a:cubicBezTo>
                  <a:lnTo>
                    <a:pt x="2527" y="558"/>
                  </a:lnTo>
                  <a:cubicBezTo>
                    <a:pt x="2446" y="581"/>
                    <a:pt x="2366" y="570"/>
                    <a:pt x="2303" y="518"/>
                  </a:cubicBezTo>
                  <a:lnTo>
                    <a:pt x="2090" y="357"/>
                  </a:lnTo>
                  <a:cubicBezTo>
                    <a:pt x="2009" y="299"/>
                    <a:pt x="1900" y="288"/>
                    <a:pt x="1813" y="340"/>
                  </a:cubicBezTo>
                  <a:cubicBezTo>
                    <a:pt x="1687" y="403"/>
                    <a:pt x="1560" y="472"/>
                    <a:pt x="1445" y="547"/>
                  </a:cubicBezTo>
                  <a:cubicBezTo>
                    <a:pt x="1370" y="604"/>
                    <a:pt x="1319" y="696"/>
                    <a:pt x="1330" y="800"/>
                  </a:cubicBezTo>
                  <a:lnTo>
                    <a:pt x="1359" y="1065"/>
                  </a:lnTo>
                  <a:cubicBezTo>
                    <a:pt x="1370" y="1145"/>
                    <a:pt x="1342" y="1220"/>
                    <a:pt x="1284" y="1278"/>
                  </a:cubicBezTo>
                  <a:lnTo>
                    <a:pt x="1284" y="1278"/>
                  </a:lnTo>
                  <a:cubicBezTo>
                    <a:pt x="1226" y="1335"/>
                    <a:pt x="1146" y="1364"/>
                    <a:pt x="1065" y="1358"/>
                  </a:cubicBezTo>
                  <a:lnTo>
                    <a:pt x="801" y="1330"/>
                  </a:lnTo>
                  <a:cubicBezTo>
                    <a:pt x="697" y="1318"/>
                    <a:pt x="605" y="1364"/>
                    <a:pt x="547" y="1445"/>
                  </a:cubicBezTo>
                  <a:cubicBezTo>
                    <a:pt x="467" y="1560"/>
                    <a:pt x="398" y="1681"/>
                    <a:pt x="340" y="1813"/>
                  </a:cubicBezTo>
                  <a:cubicBezTo>
                    <a:pt x="294" y="1899"/>
                    <a:pt x="306" y="2003"/>
                    <a:pt x="363" y="2083"/>
                  </a:cubicBezTo>
                  <a:lnTo>
                    <a:pt x="519" y="2302"/>
                  </a:lnTo>
                  <a:cubicBezTo>
                    <a:pt x="570" y="2365"/>
                    <a:pt x="582" y="2446"/>
                    <a:pt x="565" y="2521"/>
                  </a:cubicBezTo>
                  <a:lnTo>
                    <a:pt x="565" y="2521"/>
                  </a:lnTo>
                  <a:cubicBezTo>
                    <a:pt x="542" y="2601"/>
                    <a:pt x="490" y="2665"/>
                    <a:pt x="409" y="2693"/>
                  </a:cubicBezTo>
                  <a:lnTo>
                    <a:pt x="168" y="2803"/>
                  </a:lnTo>
                  <a:cubicBezTo>
                    <a:pt x="81" y="2837"/>
                    <a:pt x="18" y="2924"/>
                    <a:pt x="6" y="3027"/>
                  </a:cubicBezTo>
                  <a:cubicBezTo>
                    <a:pt x="1" y="3102"/>
                    <a:pt x="1" y="3171"/>
                    <a:pt x="1" y="3246"/>
                  </a:cubicBezTo>
                  <a:cubicBezTo>
                    <a:pt x="1" y="3315"/>
                    <a:pt x="1" y="3390"/>
                    <a:pt x="6" y="3459"/>
                  </a:cubicBezTo>
                  <a:cubicBezTo>
                    <a:pt x="18" y="3557"/>
                    <a:pt x="75" y="3637"/>
                    <a:pt x="168" y="3683"/>
                  </a:cubicBezTo>
                  <a:lnTo>
                    <a:pt x="409" y="3793"/>
                  </a:lnTo>
                  <a:cubicBezTo>
                    <a:pt x="484" y="3821"/>
                    <a:pt x="542" y="3885"/>
                    <a:pt x="565" y="3965"/>
                  </a:cubicBezTo>
                  <a:lnTo>
                    <a:pt x="565" y="3965"/>
                  </a:lnTo>
                  <a:cubicBezTo>
                    <a:pt x="582" y="4040"/>
                    <a:pt x="570" y="4121"/>
                    <a:pt x="519" y="4184"/>
                  </a:cubicBezTo>
                  <a:lnTo>
                    <a:pt x="363" y="4403"/>
                  </a:lnTo>
                  <a:cubicBezTo>
                    <a:pt x="306" y="4483"/>
                    <a:pt x="288" y="4587"/>
                    <a:pt x="340" y="4673"/>
                  </a:cubicBezTo>
                  <a:cubicBezTo>
                    <a:pt x="404" y="4805"/>
                    <a:pt x="478" y="4926"/>
                    <a:pt x="547" y="5041"/>
                  </a:cubicBezTo>
                  <a:cubicBezTo>
                    <a:pt x="605" y="5122"/>
                    <a:pt x="697" y="5174"/>
                    <a:pt x="801" y="5156"/>
                  </a:cubicBezTo>
                  <a:lnTo>
                    <a:pt x="1065" y="5128"/>
                  </a:lnTo>
                  <a:cubicBezTo>
                    <a:pt x="1146" y="5122"/>
                    <a:pt x="1226" y="5151"/>
                    <a:pt x="1284" y="5208"/>
                  </a:cubicBezTo>
                  <a:lnTo>
                    <a:pt x="1284" y="5208"/>
                  </a:lnTo>
                  <a:cubicBezTo>
                    <a:pt x="1342" y="5266"/>
                    <a:pt x="1370" y="5346"/>
                    <a:pt x="1359" y="5421"/>
                  </a:cubicBezTo>
                  <a:lnTo>
                    <a:pt x="1330" y="5692"/>
                  </a:lnTo>
                  <a:cubicBezTo>
                    <a:pt x="1319" y="5789"/>
                    <a:pt x="1370" y="5882"/>
                    <a:pt x="1445" y="5939"/>
                  </a:cubicBezTo>
                  <a:cubicBezTo>
                    <a:pt x="1560" y="6020"/>
                    <a:pt x="1687" y="6094"/>
                    <a:pt x="1813" y="6152"/>
                  </a:cubicBezTo>
                  <a:cubicBezTo>
                    <a:pt x="1900" y="6192"/>
                    <a:pt x="2009" y="6187"/>
                    <a:pt x="2090" y="6129"/>
                  </a:cubicBezTo>
                  <a:lnTo>
                    <a:pt x="2303" y="5968"/>
                  </a:lnTo>
                  <a:cubicBezTo>
                    <a:pt x="2366" y="5922"/>
                    <a:pt x="2446" y="5905"/>
                    <a:pt x="2527" y="5928"/>
                  </a:cubicBezTo>
                  <a:lnTo>
                    <a:pt x="2527" y="5928"/>
                  </a:lnTo>
                  <a:cubicBezTo>
                    <a:pt x="2608" y="5951"/>
                    <a:pt x="2671" y="5997"/>
                    <a:pt x="2700" y="6077"/>
                  </a:cubicBezTo>
                  <a:lnTo>
                    <a:pt x="2809" y="6325"/>
                  </a:lnTo>
                  <a:cubicBezTo>
                    <a:pt x="2844" y="6411"/>
                    <a:pt x="2930" y="6474"/>
                    <a:pt x="3028" y="6480"/>
                  </a:cubicBezTo>
                  <a:cubicBezTo>
                    <a:pt x="3103" y="6486"/>
                    <a:pt x="3172" y="6486"/>
                    <a:pt x="3246" y="6486"/>
                  </a:cubicBezTo>
                  <a:cubicBezTo>
                    <a:pt x="3315" y="6486"/>
                    <a:pt x="3390" y="6486"/>
                    <a:pt x="3459" y="6480"/>
                  </a:cubicBezTo>
                  <a:cubicBezTo>
                    <a:pt x="3563" y="6474"/>
                    <a:pt x="3643" y="6417"/>
                    <a:pt x="3684" y="6325"/>
                  </a:cubicBezTo>
                  <a:lnTo>
                    <a:pt x="3793" y="6077"/>
                  </a:lnTo>
                  <a:cubicBezTo>
                    <a:pt x="3822" y="6008"/>
                    <a:pt x="3885" y="5951"/>
                    <a:pt x="3966" y="5928"/>
                  </a:cubicBezTo>
                  <a:lnTo>
                    <a:pt x="3966" y="5928"/>
                  </a:lnTo>
                  <a:cubicBezTo>
                    <a:pt x="4046" y="5905"/>
                    <a:pt x="4121" y="5922"/>
                    <a:pt x="4190" y="5968"/>
                  </a:cubicBezTo>
                  <a:lnTo>
                    <a:pt x="4403" y="6129"/>
                  </a:lnTo>
                  <a:cubicBezTo>
                    <a:pt x="4484" y="6187"/>
                    <a:pt x="4593" y="6198"/>
                    <a:pt x="4679" y="6152"/>
                  </a:cubicBezTo>
                  <a:cubicBezTo>
                    <a:pt x="4806" y="6083"/>
                    <a:pt x="4927" y="6014"/>
                    <a:pt x="5048" y="5939"/>
                  </a:cubicBezTo>
                  <a:cubicBezTo>
                    <a:pt x="5122" y="5882"/>
                    <a:pt x="5174" y="5789"/>
                    <a:pt x="5163" y="5692"/>
                  </a:cubicBezTo>
                  <a:lnTo>
                    <a:pt x="5134" y="5421"/>
                  </a:lnTo>
                  <a:cubicBezTo>
                    <a:pt x="5122" y="5346"/>
                    <a:pt x="5151" y="5266"/>
                    <a:pt x="5209" y="5208"/>
                  </a:cubicBezTo>
                  <a:lnTo>
                    <a:pt x="5209" y="5208"/>
                  </a:lnTo>
                  <a:cubicBezTo>
                    <a:pt x="5266" y="5151"/>
                    <a:pt x="5347" y="5122"/>
                    <a:pt x="5427" y="5128"/>
                  </a:cubicBezTo>
                  <a:lnTo>
                    <a:pt x="5692" y="5156"/>
                  </a:lnTo>
                  <a:cubicBezTo>
                    <a:pt x="5796" y="5174"/>
                    <a:pt x="5888" y="5122"/>
                    <a:pt x="5945" y="5041"/>
                  </a:cubicBezTo>
                  <a:cubicBezTo>
                    <a:pt x="6026" y="4926"/>
                    <a:pt x="6095" y="4805"/>
                    <a:pt x="6153" y="4673"/>
                  </a:cubicBezTo>
                  <a:cubicBezTo>
                    <a:pt x="6199" y="4587"/>
                    <a:pt x="6187" y="4483"/>
                    <a:pt x="6130" y="4403"/>
                  </a:cubicBezTo>
                  <a:lnTo>
                    <a:pt x="5974" y="4184"/>
                  </a:lnTo>
                  <a:cubicBezTo>
                    <a:pt x="5922" y="4121"/>
                    <a:pt x="5911" y="4040"/>
                    <a:pt x="5928" y="3965"/>
                  </a:cubicBezTo>
                  <a:lnTo>
                    <a:pt x="5928" y="3965"/>
                  </a:lnTo>
                  <a:cubicBezTo>
                    <a:pt x="5951" y="3885"/>
                    <a:pt x="6003" y="3821"/>
                    <a:pt x="6084" y="3793"/>
                  </a:cubicBezTo>
                  <a:lnTo>
                    <a:pt x="6325" y="3683"/>
                  </a:lnTo>
                  <a:cubicBezTo>
                    <a:pt x="6412" y="3649"/>
                    <a:pt x="6475" y="3562"/>
                    <a:pt x="6486" y="3459"/>
                  </a:cubicBezTo>
                  <a:cubicBezTo>
                    <a:pt x="6492" y="3390"/>
                    <a:pt x="6492" y="3315"/>
                    <a:pt x="6492" y="3246"/>
                  </a:cubicBezTo>
                  <a:cubicBezTo>
                    <a:pt x="6492" y="3171"/>
                    <a:pt x="6486" y="3102"/>
                    <a:pt x="6486" y="3027"/>
                  </a:cubicBezTo>
                  <a:close/>
                  <a:moveTo>
                    <a:pt x="3246" y="4368"/>
                  </a:moveTo>
                  <a:cubicBezTo>
                    <a:pt x="2625" y="4368"/>
                    <a:pt x="2124" y="3862"/>
                    <a:pt x="2124" y="3246"/>
                  </a:cubicBezTo>
                  <a:cubicBezTo>
                    <a:pt x="2124" y="2624"/>
                    <a:pt x="2625" y="2124"/>
                    <a:pt x="3246" y="2124"/>
                  </a:cubicBezTo>
                  <a:cubicBezTo>
                    <a:pt x="3868" y="2124"/>
                    <a:pt x="4369" y="2624"/>
                    <a:pt x="4369" y="3246"/>
                  </a:cubicBezTo>
                  <a:cubicBezTo>
                    <a:pt x="4369" y="3862"/>
                    <a:pt x="3868" y="4368"/>
                    <a:pt x="3246" y="4368"/>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4" name="Google Shape;494;p36">
              <a:extLst>
                <a:ext uri="{FF2B5EF4-FFF2-40B4-BE49-F238E27FC236}">
                  <a16:creationId xmlns:a16="http://schemas.microsoft.com/office/drawing/2014/main" id="{33512FDC-CD9B-A64B-D449-D3A0753678BA}"/>
                </a:ext>
              </a:extLst>
            </p:cNvPr>
            <p:cNvGrpSpPr/>
            <p:nvPr/>
          </p:nvGrpSpPr>
          <p:grpSpPr>
            <a:xfrm>
              <a:off x="7261919" y="2979030"/>
              <a:ext cx="842315" cy="841757"/>
              <a:chOff x="7273478" y="2705981"/>
              <a:chExt cx="1055136" cy="1054437"/>
            </a:xfrm>
          </p:grpSpPr>
          <p:sp>
            <p:nvSpPr>
              <p:cNvPr id="495" name="Google Shape;495;p36">
                <a:extLst>
                  <a:ext uri="{FF2B5EF4-FFF2-40B4-BE49-F238E27FC236}">
                    <a16:creationId xmlns:a16="http://schemas.microsoft.com/office/drawing/2014/main" id="{7978501C-1356-FC90-BD17-A36EA06A2626}"/>
                  </a:ext>
                </a:extLst>
              </p:cNvPr>
              <p:cNvSpPr/>
              <p:nvPr/>
            </p:nvSpPr>
            <p:spPr>
              <a:xfrm>
                <a:off x="7363723" y="2795527"/>
                <a:ext cx="874273" cy="874273"/>
              </a:xfrm>
              <a:custGeom>
                <a:avLst/>
                <a:gdLst/>
                <a:ahLst/>
                <a:cxnLst/>
                <a:rect l="l" t="t" r="r" b="b"/>
                <a:pathLst>
                  <a:path w="13767" h="13767" extrusionOk="0">
                    <a:moveTo>
                      <a:pt x="13766" y="6884"/>
                    </a:moveTo>
                    <a:cubicBezTo>
                      <a:pt x="13766" y="10687"/>
                      <a:pt x="10682" y="13766"/>
                      <a:pt x="6883" y="13766"/>
                    </a:cubicBezTo>
                    <a:cubicBezTo>
                      <a:pt x="3080" y="13766"/>
                      <a:pt x="1" y="10687"/>
                      <a:pt x="1" y="6884"/>
                    </a:cubicBezTo>
                    <a:cubicBezTo>
                      <a:pt x="1" y="3080"/>
                      <a:pt x="3080" y="1"/>
                      <a:pt x="6883" y="1"/>
                    </a:cubicBezTo>
                    <a:cubicBezTo>
                      <a:pt x="10682" y="1"/>
                      <a:pt x="13766" y="3080"/>
                      <a:pt x="13766" y="688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6">
                <a:extLst>
                  <a:ext uri="{FF2B5EF4-FFF2-40B4-BE49-F238E27FC236}">
                    <a16:creationId xmlns:a16="http://schemas.microsoft.com/office/drawing/2014/main" id="{AA05C0DE-CBF4-48A2-8829-9FC3894F5054}"/>
                  </a:ext>
                </a:extLst>
              </p:cNvPr>
              <p:cNvSpPr/>
              <p:nvPr/>
            </p:nvSpPr>
            <p:spPr>
              <a:xfrm>
                <a:off x="7273478" y="2705981"/>
                <a:ext cx="1055136" cy="1054437"/>
              </a:xfrm>
              <a:custGeom>
                <a:avLst/>
                <a:gdLst/>
                <a:ahLst/>
                <a:cxnLst/>
                <a:rect l="l" t="t" r="r" b="b"/>
                <a:pathLst>
                  <a:path w="16615" h="16604" extrusionOk="0">
                    <a:moveTo>
                      <a:pt x="8304" y="16604"/>
                    </a:moveTo>
                    <a:cubicBezTo>
                      <a:pt x="3724" y="16604"/>
                      <a:pt x="0" y="12874"/>
                      <a:pt x="0" y="8299"/>
                    </a:cubicBezTo>
                    <a:cubicBezTo>
                      <a:pt x="0" y="3718"/>
                      <a:pt x="3729" y="1"/>
                      <a:pt x="8304" y="1"/>
                    </a:cubicBezTo>
                    <a:cubicBezTo>
                      <a:pt x="12880" y="1"/>
                      <a:pt x="16603" y="3724"/>
                      <a:pt x="16603" y="8299"/>
                    </a:cubicBezTo>
                    <a:cubicBezTo>
                      <a:pt x="16614" y="12874"/>
                      <a:pt x="12885" y="16604"/>
                      <a:pt x="8304" y="16604"/>
                    </a:cubicBezTo>
                    <a:close/>
                    <a:moveTo>
                      <a:pt x="8304" y="99"/>
                    </a:moveTo>
                    <a:cubicBezTo>
                      <a:pt x="3787" y="99"/>
                      <a:pt x="110" y="3776"/>
                      <a:pt x="110" y="8294"/>
                    </a:cubicBezTo>
                    <a:cubicBezTo>
                      <a:pt x="110" y="12811"/>
                      <a:pt x="3787" y="16488"/>
                      <a:pt x="8304" y="16488"/>
                    </a:cubicBezTo>
                    <a:cubicBezTo>
                      <a:pt x="12822" y="16488"/>
                      <a:pt x="16499" y="12811"/>
                      <a:pt x="16499" y="8294"/>
                    </a:cubicBezTo>
                    <a:cubicBezTo>
                      <a:pt x="16499" y="3776"/>
                      <a:pt x="12822" y="99"/>
                      <a:pt x="8304" y="99"/>
                    </a:cubicBezTo>
                    <a:close/>
                  </a:path>
                </a:pathLst>
              </a:custGeom>
              <a:solidFill>
                <a:srgbClr val="134F5C">
                  <a:alpha val="5660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6">
                <a:extLst>
                  <a:ext uri="{FF2B5EF4-FFF2-40B4-BE49-F238E27FC236}">
                    <a16:creationId xmlns:a16="http://schemas.microsoft.com/office/drawing/2014/main" id="{72986B2C-3041-E57F-B946-4D221626C0F8}"/>
                  </a:ext>
                </a:extLst>
              </p:cNvPr>
              <p:cNvSpPr/>
              <p:nvPr/>
            </p:nvSpPr>
            <p:spPr>
              <a:xfrm>
                <a:off x="7594909" y="3046603"/>
                <a:ext cx="412274" cy="411957"/>
              </a:xfrm>
              <a:custGeom>
                <a:avLst/>
                <a:gdLst/>
                <a:ahLst/>
                <a:cxnLst/>
                <a:rect l="l" t="t" r="r" b="b"/>
                <a:pathLst>
                  <a:path w="6492" h="6487" fill="none" extrusionOk="0">
                    <a:moveTo>
                      <a:pt x="6486" y="3028"/>
                    </a:moveTo>
                    <a:cubicBezTo>
                      <a:pt x="6475" y="2930"/>
                      <a:pt x="6417" y="2844"/>
                      <a:pt x="6325" y="2804"/>
                    </a:cubicBezTo>
                    <a:lnTo>
                      <a:pt x="6083" y="2700"/>
                    </a:lnTo>
                    <a:cubicBezTo>
                      <a:pt x="6009" y="2671"/>
                      <a:pt x="5951" y="2602"/>
                      <a:pt x="5928" y="2527"/>
                    </a:cubicBezTo>
                    <a:lnTo>
                      <a:pt x="5928" y="2527"/>
                    </a:lnTo>
                    <a:cubicBezTo>
                      <a:pt x="5911" y="2447"/>
                      <a:pt x="5922" y="2366"/>
                      <a:pt x="5974" y="2303"/>
                    </a:cubicBezTo>
                    <a:lnTo>
                      <a:pt x="6129" y="2084"/>
                    </a:lnTo>
                    <a:cubicBezTo>
                      <a:pt x="6187" y="2004"/>
                      <a:pt x="6204" y="1900"/>
                      <a:pt x="6152" y="1814"/>
                    </a:cubicBezTo>
                    <a:cubicBezTo>
                      <a:pt x="6089" y="1681"/>
                      <a:pt x="6014" y="1561"/>
                      <a:pt x="5945" y="1445"/>
                    </a:cubicBezTo>
                    <a:cubicBezTo>
                      <a:pt x="5888" y="1365"/>
                      <a:pt x="5796" y="1313"/>
                      <a:pt x="5692" y="1330"/>
                    </a:cubicBezTo>
                    <a:lnTo>
                      <a:pt x="5427" y="1359"/>
                    </a:lnTo>
                    <a:cubicBezTo>
                      <a:pt x="5347" y="1365"/>
                      <a:pt x="5266" y="1336"/>
                      <a:pt x="5209" y="1279"/>
                    </a:cubicBezTo>
                    <a:lnTo>
                      <a:pt x="5209" y="1279"/>
                    </a:lnTo>
                    <a:cubicBezTo>
                      <a:pt x="5151" y="1221"/>
                      <a:pt x="5122" y="1140"/>
                      <a:pt x="5128" y="1066"/>
                    </a:cubicBezTo>
                    <a:lnTo>
                      <a:pt x="5157" y="795"/>
                    </a:lnTo>
                    <a:cubicBezTo>
                      <a:pt x="5174" y="697"/>
                      <a:pt x="5122" y="605"/>
                      <a:pt x="5042" y="548"/>
                    </a:cubicBezTo>
                    <a:cubicBezTo>
                      <a:pt x="4927" y="467"/>
                      <a:pt x="4806" y="392"/>
                      <a:pt x="4679" y="335"/>
                    </a:cubicBezTo>
                    <a:cubicBezTo>
                      <a:pt x="4593" y="294"/>
                      <a:pt x="4483" y="300"/>
                      <a:pt x="4403" y="358"/>
                    </a:cubicBezTo>
                    <a:lnTo>
                      <a:pt x="4190" y="519"/>
                    </a:lnTo>
                    <a:cubicBezTo>
                      <a:pt x="4121" y="565"/>
                      <a:pt x="4046" y="582"/>
                      <a:pt x="3966" y="559"/>
                    </a:cubicBezTo>
                    <a:lnTo>
                      <a:pt x="3966" y="559"/>
                    </a:lnTo>
                    <a:cubicBezTo>
                      <a:pt x="3885" y="536"/>
                      <a:pt x="3822" y="490"/>
                      <a:pt x="3793" y="410"/>
                    </a:cubicBezTo>
                    <a:lnTo>
                      <a:pt x="3684" y="162"/>
                    </a:lnTo>
                    <a:cubicBezTo>
                      <a:pt x="3649" y="76"/>
                      <a:pt x="3563" y="13"/>
                      <a:pt x="3459" y="7"/>
                    </a:cubicBezTo>
                    <a:cubicBezTo>
                      <a:pt x="3390" y="1"/>
                      <a:pt x="3315" y="1"/>
                      <a:pt x="3246" y="1"/>
                    </a:cubicBezTo>
                    <a:cubicBezTo>
                      <a:pt x="3171" y="1"/>
                      <a:pt x="3102" y="1"/>
                      <a:pt x="3028" y="7"/>
                    </a:cubicBezTo>
                    <a:cubicBezTo>
                      <a:pt x="2930" y="13"/>
                      <a:pt x="2849" y="70"/>
                      <a:pt x="2809" y="162"/>
                    </a:cubicBezTo>
                    <a:lnTo>
                      <a:pt x="2699" y="410"/>
                    </a:lnTo>
                    <a:cubicBezTo>
                      <a:pt x="2665" y="479"/>
                      <a:pt x="2607" y="536"/>
                      <a:pt x="2527" y="559"/>
                    </a:cubicBezTo>
                    <a:lnTo>
                      <a:pt x="2527" y="559"/>
                    </a:lnTo>
                    <a:cubicBezTo>
                      <a:pt x="2446" y="582"/>
                      <a:pt x="2366" y="565"/>
                      <a:pt x="2302" y="519"/>
                    </a:cubicBezTo>
                    <a:lnTo>
                      <a:pt x="2089" y="358"/>
                    </a:lnTo>
                    <a:cubicBezTo>
                      <a:pt x="2009" y="300"/>
                      <a:pt x="1900" y="289"/>
                      <a:pt x="1813" y="335"/>
                    </a:cubicBezTo>
                    <a:cubicBezTo>
                      <a:pt x="1687" y="404"/>
                      <a:pt x="1560" y="473"/>
                      <a:pt x="1445" y="548"/>
                    </a:cubicBezTo>
                    <a:cubicBezTo>
                      <a:pt x="1370" y="605"/>
                      <a:pt x="1318" y="697"/>
                      <a:pt x="1330" y="795"/>
                    </a:cubicBezTo>
                    <a:lnTo>
                      <a:pt x="1359" y="1066"/>
                    </a:lnTo>
                    <a:cubicBezTo>
                      <a:pt x="1370" y="1140"/>
                      <a:pt x="1341" y="1221"/>
                      <a:pt x="1284" y="1279"/>
                    </a:cubicBezTo>
                    <a:lnTo>
                      <a:pt x="1284" y="1279"/>
                    </a:lnTo>
                    <a:cubicBezTo>
                      <a:pt x="1226" y="1336"/>
                      <a:pt x="1146" y="1365"/>
                      <a:pt x="1065" y="1359"/>
                    </a:cubicBezTo>
                    <a:lnTo>
                      <a:pt x="800" y="1330"/>
                    </a:lnTo>
                    <a:cubicBezTo>
                      <a:pt x="697" y="1313"/>
                      <a:pt x="605" y="1365"/>
                      <a:pt x="547" y="1445"/>
                    </a:cubicBezTo>
                    <a:cubicBezTo>
                      <a:pt x="467" y="1561"/>
                      <a:pt x="398" y="1681"/>
                      <a:pt x="340" y="1814"/>
                    </a:cubicBezTo>
                    <a:cubicBezTo>
                      <a:pt x="294" y="1900"/>
                      <a:pt x="305" y="2004"/>
                      <a:pt x="363" y="2084"/>
                    </a:cubicBezTo>
                    <a:lnTo>
                      <a:pt x="518" y="2303"/>
                    </a:lnTo>
                    <a:cubicBezTo>
                      <a:pt x="570" y="2366"/>
                      <a:pt x="582" y="2447"/>
                      <a:pt x="564" y="2527"/>
                    </a:cubicBezTo>
                    <a:lnTo>
                      <a:pt x="564" y="2527"/>
                    </a:lnTo>
                    <a:cubicBezTo>
                      <a:pt x="541" y="2602"/>
                      <a:pt x="490" y="2671"/>
                      <a:pt x="409" y="2700"/>
                    </a:cubicBezTo>
                    <a:lnTo>
                      <a:pt x="167" y="2804"/>
                    </a:lnTo>
                    <a:cubicBezTo>
                      <a:pt x="81" y="2844"/>
                      <a:pt x="18" y="2924"/>
                      <a:pt x="6" y="3028"/>
                    </a:cubicBezTo>
                    <a:cubicBezTo>
                      <a:pt x="0" y="3103"/>
                      <a:pt x="0" y="3172"/>
                      <a:pt x="0" y="3247"/>
                    </a:cubicBezTo>
                    <a:cubicBezTo>
                      <a:pt x="0" y="3316"/>
                      <a:pt x="0" y="3391"/>
                      <a:pt x="6" y="3460"/>
                    </a:cubicBezTo>
                    <a:cubicBezTo>
                      <a:pt x="18" y="3563"/>
                      <a:pt x="75" y="3650"/>
                      <a:pt x="167" y="3684"/>
                    </a:cubicBezTo>
                    <a:lnTo>
                      <a:pt x="409" y="3793"/>
                    </a:lnTo>
                    <a:cubicBezTo>
                      <a:pt x="484" y="3828"/>
                      <a:pt x="541" y="3886"/>
                      <a:pt x="564" y="3966"/>
                    </a:cubicBezTo>
                    <a:lnTo>
                      <a:pt x="564" y="3966"/>
                    </a:lnTo>
                    <a:cubicBezTo>
                      <a:pt x="582" y="4041"/>
                      <a:pt x="570" y="4121"/>
                      <a:pt x="518" y="4185"/>
                    </a:cubicBezTo>
                    <a:lnTo>
                      <a:pt x="363" y="4403"/>
                    </a:lnTo>
                    <a:cubicBezTo>
                      <a:pt x="305" y="4484"/>
                      <a:pt x="288" y="4588"/>
                      <a:pt x="340" y="4674"/>
                    </a:cubicBezTo>
                    <a:cubicBezTo>
                      <a:pt x="403" y="4806"/>
                      <a:pt x="478" y="4927"/>
                      <a:pt x="547" y="5042"/>
                    </a:cubicBezTo>
                    <a:cubicBezTo>
                      <a:pt x="605" y="5123"/>
                      <a:pt x="697" y="5175"/>
                      <a:pt x="800" y="5157"/>
                    </a:cubicBezTo>
                    <a:lnTo>
                      <a:pt x="1065" y="5129"/>
                    </a:lnTo>
                    <a:cubicBezTo>
                      <a:pt x="1146" y="5123"/>
                      <a:pt x="1226" y="5152"/>
                      <a:pt x="1284" y="5209"/>
                    </a:cubicBezTo>
                    <a:lnTo>
                      <a:pt x="1284" y="5209"/>
                    </a:lnTo>
                    <a:cubicBezTo>
                      <a:pt x="1341" y="5267"/>
                      <a:pt x="1370" y="5347"/>
                      <a:pt x="1359" y="5422"/>
                    </a:cubicBezTo>
                    <a:lnTo>
                      <a:pt x="1330" y="5693"/>
                    </a:lnTo>
                    <a:cubicBezTo>
                      <a:pt x="1318" y="5790"/>
                      <a:pt x="1370" y="5882"/>
                      <a:pt x="1445" y="5940"/>
                    </a:cubicBezTo>
                    <a:cubicBezTo>
                      <a:pt x="1560" y="6021"/>
                      <a:pt x="1687" y="6095"/>
                      <a:pt x="1813" y="6153"/>
                    </a:cubicBezTo>
                    <a:cubicBezTo>
                      <a:pt x="1900" y="6193"/>
                      <a:pt x="2009" y="6187"/>
                      <a:pt x="2089" y="6130"/>
                    </a:cubicBezTo>
                    <a:lnTo>
                      <a:pt x="2302" y="5969"/>
                    </a:lnTo>
                    <a:cubicBezTo>
                      <a:pt x="2366" y="5923"/>
                      <a:pt x="2446" y="5905"/>
                      <a:pt x="2527" y="5928"/>
                    </a:cubicBezTo>
                    <a:lnTo>
                      <a:pt x="2527" y="5928"/>
                    </a:lnTo>
                    <a:cubicBezTo>
                      <a:pt x="2607" y="5951"/>
                      <a:pt x="2671" y="5998"/>
                      <a:pt x="2699" y="6078"/>
                    </a:cubicBezTo>
                    <a:lnTo>
                      <a:pt x="2809" y="6326"/>
                    </a:lnTo>
                    <a:cubicBezTo>
                      <a:pt x="2843" y="6412"/>
                      <a:pt x="2930" y="6475"/>
                      <a:pt x="3028" y="6481"/>
                    </a:cubicBezTo>
                    <a:cubicBezTo>
                      <a:pt x="3102" y="6487"/>
                      <a:pt x="3171" y="6487"/>
                      <a:pt x="3246" y="6487"/>
                    </a:cubicBezTo>
                    <a:cubicBezTo>
                      <a:pt x="3315" y="6487"/>
                      <a:pt x="3390" y="6487"/>
                      <a:pt x="3459" y="6481"/>
                    </a:cubicBezTo>
                    <a:cubicBezTo>
                      <a:pt x="3563" y="6475"/>
                      <a:pt x="3649" y="6418"/>
                      <a:pt x="3684" y="6326"/>
                    </a:cubicBezTo>
                    <a:lnTo>
                      <a:pt x="3793" y="6078"/>
                    </a:lnTo>
                    <a:cubicBezTo>
                      <a:pt x="3827" y="6009"/>
                      <a:pt x="3885" y="5951"/>
                      <a:pt x="3966" y="5928"/>
                    </a:cubicBezTo>
                    <a:lnTo>
                      <a:pt x="3966" y="5928"/>
                    </a:lnTo>
                    <a:cubicBezTo>
                      <a:pt x="4046" y="5905"/>
                      <a:pt x="4121" y="5923"/>
                      <a:pt x="4190" y="5969"/>
                    </a:cubicBezTo>
                    <a:lnTo>
                      <a:pt x="4403" y="6130"/>
                    </a:lnTo>
                    <a:cubicBezTo>
                      <a:pt x="4483" y="6187"/>
                      <a:pt x="4593" y="6199"/>
                      <a:pt x="4679" y="6153"/>
                    </a:cubicBezTo>
                    <a:cubicBezTo>
                      <a:pt x="4806" y="6084"/>
                      <a:pt x="4927" y="6015"/>
                      <a:pt x="5042" y="5940"/>
                    </a:cubicBezTo>
                    <a:cubicBezTo>
                      <a:pt x="5122" y="5882"/>
                      <a:pt x="5174" y="5790"/>
                      <a:pt x="5157" y="5693"/>
                    </a:cubicBezTo>
                    <a:lnTo>
                      <a:pt x="5128" y="5422"/>
                    </a:lnTo>
                    <a:cubicBezTo>
                      <a:pt x="5122" y="5347"/>
                      <a:pt x="5151" y="5267"/>
                      <a:pt x="5209" y="5209"/>
                    </a:cubicBezTo>
                    <a:lnTo>
                      <a:pt x="5209" y="5209"/>
                    </a:lnTo>
                    <a:cubicBezTo>
                      <a:pt x="5266" y="5152"/>
                      <a:pt x="5347" y="5123"/>
                      <a:pt x="5427" y="5129"/>
                    </a:cubicBezTo>
                    <a:lnTo>
                      <a:pt x="5692" y="5157"/>
                    </a:lnTo>
                    <a:cubicBezTo>
                      <a:pt x="5796" y="5175"/>
                      <a:pt x="5888" y="5123"/>
                      <a:pt x="5945" y="5042"/>
                    </a:cubicBezTo>
                    <a:cubicBezTo>
                      <a:pt x="6026" y="4927"/>
                      <a:pt x="6095" y="4806"/>
                      <a:pt x="6152" y="4674"/>
                    </a:cubicBezTo>
                    <a:cubicBezTo>
                      <a:pt x="6198" y="4588"/>
                      <a:pt x="6187" y="4484"/>
                      <a:pt x="6129" y="4403"/>
                    </a:cubicBezTo>
                    <a:lnTo>
                      <a:pt x="5974" y="4185"/>
                    </a:lnTo>
                    <a:cubicBezTo>
                      <a:pt x="5922" y="4121"/>
                      <a:pt x="5911" y="4041"/>
                      <a:pt x="5928" y="3966"/>
                    </a:cubicBezTo>
                    <a:lnTo>
                      <a:pt x="5928" y="3966"/>
                    </a:lnTo>
                    <a:cubicBezTo>
                      <a:pt x="5951" y="3886"/>
                      <a:pt x="6003" y="3822"/>
                      <a:pt x="6083" y="3793"/>
                    </a:cubicBezTo>
                    <a:lnTo>
                      <a:pt x="6325" y="3684"/>
                    </a:lnTo>
                    <a:cubicBezTo>
                      <a:pt x="6411" y="3650"/>
                      <a:pt x="6475" y="3563"/>
                      <a:pt x="6486" y="3460"/>
                    </a:cubicBezTo>
                    <a:cubicBezTo>
                      <a:pt x="6492" y="3391"/>
                      <a:pt x="6492" y="3316"/>
                      <a:pt x="6492" y="3247"/>
                    </a:cubicBezTo>
                    <a:cubicBezTo>
                      <a:pt x="6492" y="3172"/>
                      <a:pt x="6486" y="3103"/>
                      <a:pt x="6486" y="3028"/>
                    </a:cubicBezTo>
                    <a:close/>
                    <a:moveTo>
                      <a:pt x="3246" y="4369"/>
                    </a:moveTo>
                    <a:cubicBezTo>
                      <a:pt x="2630" y="4369"/>
                      <a:pt x="2124" y="3862"/>
                      <a:pt x="2124" y="3247"/>
                    </a:cubicBezTo>
                    <a:cubicBezTo>
                      <a:pt x="2124" y="2625"/>
                      <a:pt x="2630" y="2125"/>
                      <a:pt x="3246" y="2125"/>
                    </a:cubicBezTo>
                    <a:cubicBezTo>
                      <a:pt x="3868" y="2125"/>
                      <a:pt x="4368" y="2625"/>
                      <a:pt x="4368" y="3247"/>
                    </a:cubicBezTo>
                    <a:cubicBezTo>
                      <a:pt x="4368" y="3862"/>
                      <a:pt x="3868" y="4369"/>
                      <a:pt x="3246" y="4369"/>
                    </a:cubicBezTo>
                    <a:close/>
                  </a:path>
                </a:pathLst>
              </a:custGeom>
              <a:solidFill>
                <a:schemeClr val="accent4"/>
              </a:solidFill>
              <a:ln w="28575" cap="flat" cmpd="sng">
                <a:solidFill>
                  <a:schemeClr val="accent4"/>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 name="Google Shape;498;p36">
              <a:extLst>
                <a:ext uri="{FF2B5EF4-FFF2-40B4-BE49-F238E27FC236}">
                  <a16:creationId xmlns:a16="http://schemas.microsoft.com/office/drawing/2014/main" id="{6F23626B-B044-3789-ADCA-28F870727395}"/>
                </a:ext>
              </a:extLst>
            </p:cNvPr>
            <p:cNvGrpSpPr/>
            <p:nvPr/>
          </p:nvGrpSpPr>
          <p:grpSpPr>
            <a:xfrm>
              <a:off x="7287500" y="1402030"/>
              <a:ext cx="791159" cy="608287"/>
              <a:chOff x="7349773" y="264075"/>
              <a:chExt cx="961077" cy="738930"/>
            </a:xfrm>
          </p:grpSpPr>
          <p:sp>
            <p:nvSpPr>
              <p:cNvPr id="499" name="Google Shape;499;p36">
                <a:extLst>
                  <a:ext uri="{FF2B5EF4-FFF2-40B4-BE49-F238E27FC236}">
                    <a16:creationId xmlns:a16="http://schemas.microsoft.com/office/drawing/2014/main" id="{22236657-18A8-1549-F056-CDFCA0B6CF15}"/>
                  </a:ext>
                </a:extLst>
              </p:cNvPr>
              <p:cNvSpPr/>
              <p:nvPr/>
            </p:nvSpPr>
            <p:spPr>
              <a:xfrm>
                <a:off x="7349773" y="516552"/>
                <a:ext cx="280396" cy="280396"/>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6">
                <a:extLst>
                  <a:ext uri="{FF2B5EF4-FFF2-40B4-BE49-F238E27FC236}">
                    <a16:creationId xmlns:a16="http://schemas.microsoft.com/office/drawing/2014/main" id="{B38CC75F-EF93-49C6-C51C-1A2DCD7DCA08}"/>
                  </a:ext>
                </a:extLst>
              </p:cNvPr>
              <p:cNvSpPr/>
              <p:nvPr/>
            </p:nvSpPr>
            <p:spPr>
              <a:xfrm>
                <a:off x="7766124" y="796950"/>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6">
                <a:extLst>
                  <a:ext uri="{FF2B5EF4-FFF2-40B4-BE49-F238E27FC236}">
                    <a16:creationId xmlns:a16="http://schemas.microsoft.com/office/drawing/2014/main" id="{B4FE5F22-B8BD-D915-BF6E-304A8A5013F2}"/>
                  </a:ext>
                </a:extLst>
              </p:cNvPr>
              <p:cNvSpPr/>
              <p:nvPr/>
            </p:nvSpPr>
            <p:spPr>
              <a:xfrm>
                <a:off x="8159525" y="264075"/>
                <a:ext cx="151325" cy="15132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502" name="Google Shape;502;p36">
            <a:extLst>
              <a:ext uri="{FF2B5EF4-FFF2-40B4-BE49-F238E27FC236}">
                <a16:creationId xmlns:a16="http://schemas.microsoft.com/office/drawing/2014/main" id="{E056AF1E-9E25-3EF4-78BB-4EDF1D3C9E3B}"/>
              </a:ext>
            </a:extLst>
          </p:cNvPr>
          <p:cNvCxnSpPr>
            <a:cxnSpLocks/>
            <a:stCxn id="467" idx="3"/>
          </p:cNvCxnSpPr>
          <p:nvPr/>
        </p:nvCxnSpPr>
        <p:spPr>
          <a:xfrm rot="10800000" flipH="1">
            <a:off x="4764900" y="1058050"/>
            <a:ext cx="240900" cy="2436300"/>
          </a:xfrm>
          <a:prstGeom prst="bentConnector2">
            <a:avLst/>
          </a:prstGeom>
          <a:noFill/>
          <a:ln w="19050" cap="flat" cmpd="sng">
            <a:solidFill>
              <a:schemeClr val="lt2"/>
            </a:solidFill>
            <a:prstDash val="solid"/>
            <a:round/>
            <a:headEnd type="none" w="med" len="med"/>
            <a:tailEnd type="oval" w="med" len="med"/>
          </a:ln>
        </p:spPr>
      </p:cxnSp>
      <p:cxnSp>
        <p:nvCxnSpPr>
          <p:cNvPr id="503" name="Google Shape;503;p36">
            <a:extLst>
              <a:ext uri="{FF2B5EF4-FFF2-40B4-BE49-F238E27FC236}">
                <a16:creationId xmlns:a16="http://schemas.microsoft.com/office/drawing/2014/main" id="{ED1E7B6E-626B-9D19-4DF9-D528BCAB24E6}"/>
              </a:ext>
            </a:extLst>
          </p:cNvPr>
          <p:cNvCxnSpPr/>
          <p:nvPr/>
        </p:nvCxnSpPr>
        <p:spPr>
          <a:xfrm rot="10800000" flipH="1">
            <a:off x="-329025" y="4087775"/>
            <a:ext cx="3096900" cy="913200"/>
          </a:xfrm>
          <a:prstGeom prst="bentConnector3">
            <a:avLst>
              <a:gd name="adj1" fmla="val 50000"/>
            </a:avLst>
          </a:prstGeom>
          <a:noFill/>
          <a:ln w="19050" cap="flat" cmpd="sng">
            <a:solidFill>
              <a:schemeClr val="lt2"/>
            </a:solidFill>
            <a:prstDash val="solid"/>
            <a:round/>
            <a:headEnd type="none" w="med" len="med"/>
            <a:tailEnd type="oval" w="med" len="med"/>
          </a:ln>
        </p:spPr>
      </p:cxnSp>
    </p:spTree>
    <p:extLst>
      <p:ext uri="{BB962C8B-B14F-4D97-AF65-F5344CB8AC3E}">
        <p14:creationId xmlns:p14="http://schemas.microsoft.com/office/powerpoint/2010/main" val="3875688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7BD15B9B-F492-A0AA-8A2E-A168369A3671}"/>
            </a:ext>
          </a:extLst>
        </p:cNvPr>
        <p:cNvGrpSpPr/>
        <p:nvPr/>
      </p:nvGrpSpPr>
      <p:grpSpPr>
        <a:xfrm>
          <a:off x="0" y="0"/>
          <a:ext cx="0" cy="0"/>
          <a:chOff x="0" y="0"/>
          <a:chExt cx="0" cy="0"/>
        </a:xfrm>
      </p:grpSpPr>
      <p:sp>
        <p:nvSpPr>
          <p:cNvPr id="524" name="Google Shape;524;p38">
            <a:extLst>
              <a:ext uri="{FF2B5EF4-FFF2-40B4-BE49-F238E27FC236}">
                <a16:creationId xmlns:a16="http://schemas.microsoft.com/office/drawing/2014/main" id="{EC70495B-78DA-17DC-1FC8-942FC6E1E289}"/>
              </a:ext>
            </a:extLst>
          </p:cNvPr>
          <p:cNvSpPr txBox="1">
            <a:spLocks noGrp="1"/>
          </p:cNvSpPr>
          <p:nvPr>
            <p:ph type="title"/>
          </p:nvPr>
        </p:nvSpPr>
        <p:spPr>
          <a:xfrm>
            <a:off x="1017270" y="49074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Pre-processing</a:t>
            </a:r>
            <a:endParaRPr dirty="0"/>
          </a:p>
        </p:txBody>
      </p:sp>
      <p:sp>
        <p:nvSpPr>
          <p:cNvPr id="5" name="TextBox 4">
            <a:extLst>
              <a:ext uri="{FF2B5EF4-FFF2-40B4-BE49-F238E27FC236}">
                <a16:creationId xmlns:a16="http://schemas.microsoft.com/office/drawing/2014/main" id="{16243220-CB86-187F-5B36-8CD06DE88E71}"/>
              </a:ext>
            </a:extLst>
          </p:cNvPr>
          <p:cNvSpPr txBox="1"/>
          <p:nvPr/>
        </p:nvSpPr>
        <p:spPr>
          <a:xfrm>
            <a:off x="1017270" y="1205925"/>
            <a:ext cx="6343650" cy="2585323"/>
          </a:xfrm>
          <a:prstGeom prst="rect">
            <a:avLst/>
          </a:prstGeom>
          <a:noFill/>
        </p:spPr>
        <p:txBody>
          <a:bodyPr wrap="square">
            <a:spAutoFit/>
          </a:bodyPr>
          <a:lstStyle/>
          <a:p>
            <a:pPr>
              <a:buFont typeface="Arial" panose="020B0604020202020204" pitchFamily="34" charset="0"/>
              <a:buChar char="•"/>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Handling the symbol “?” and replace it with </a:t>
            </a:r>
            <a:r>
              <a:rPr lang="en-US" sz="1800" dirty="0" err="1">
                <a:solidFill>
                  <a:schemeClr val="tx1"/>
                </a:solidFill>
                <a:latin typeface="Calibri" panose="020F0502020204030204" pitchFamily="34" charset="0"/>
                <a:ea typeface="Calibri" panose="020F0502020204030204" pitchFamily="34" charset="0"/>
                <a:cs typeface="Calibri" panose="020F0502020204030204" pitchFamily="34" charset="0"/>
              </a:rPr>
              <a:t>NaN</a:t>
            </a:r>
            <a:endPar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Features’ Name standardization</a:t>
            </a:r>
          </a:p>
          <a:p>
            <a:pPr>
              <a:buFont typeface="Arial" panose="020B0604020202020204" pitchFamily="34" charset="0"/>
              <a:buChar char="•"/>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Numerical &amp; categorical feature separation</a:t>
            </a:r>
          </a:p>
          <a:p>
            <a:pPr>
              <a:buFont typeface="Arial" panose="020B0604020202020204" pitchFamily="34" charset="0"/>
              <a:buChar char="•"/>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Outlier handling using IQR</a:t>
            </a:r>
          </a:p>
          <a:p>
            <a:pPr>
              <a:buFont typeface="Arial" panose="020B0604020202020204" pitchFamily="34" charset="0"/>
              <a:buChar char="•"/>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Feature Scaling using Z-score Normalization</a:t>
            </a:r>
          </a:p>
          <a:p>
            <a:pPr lvl="1"/>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-Numerical Features: Missing ratio &gt; 50% =&gt; Drop Column if &lt; 50% =&gt; KNN Imputation</a:t>
            </a:r>
            <a:b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-Categorical Features: 2 Unique Values =&gt; One-Hot Encoding if &gt; 2 Unique Values =&gt; Label Encoding</a:t>
            </a:r>
          </a:p>
        </p:txBody>
      </p:sp>
    </p:spTree>
    <p:extLst>
      <p:ext uri="{BB962C8B-B14F-4D97-AF65-F5344CB8AC3E}">
        <p14:creationId xmlns:p14="http://schemas.microsoft.com/office/powerpoint/2010/main" val="596271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A1A13005-2108-B0CD-8522-DADE87B465C7}"/>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2A8CBE85-DD8B-B7FF-3713-911FA39CD8AE}"/>
              </a:ext>
            </a:extLst>
          </p:cNvPr>
          <p:cNvPicPr>
            <a:picLocks noChangeAspect="1"/>
          </p:cNvPicPr>
          <p:nvPr/>
        </p:nvPicPr>
        <p:blipFill>
          <a:blip r:embed="rId3"/>
          <a:stretch>
            <a:fillRect/>
          </a:stretch>
        </p:blipFill>
        <p:spPr>
          <a:xfrm>
            <a:off x="640080" y="474518"/>
            <a:ext cx="7863840" cy="933534"/>
          </a:xfrm>
          <a:prstGeom prst="rect">
            <a:avLst/>
          </a:prstGeom>
        </p:spPr>
      </p:pic>
      <p:pic>
        <p:nvPicPr>
          <p:cNvPr id="18" name="Picture 17">
            <a:extLst>
              <a:ext uri="{FF2B5EF4-FFF2-40B4-BE49-F238E27FC236}">
                <a16:creationId xmlns:a16="http://schemas.microsoft.com/office/drawing/2014/main" id="{5B5913B6-B1AB-083F-E537-BC4D7C37DABF}"/>
              </a:ext>
            </a:extLst>
          </p:cNvPr>
          <p:cNvPicPr>
            <a:picLocks noChangeAspect="1"/>
          </p:cNvPicPr>
          <p:nvPr/>
        </p:nvPicPr>
        <p:blipFill>
          <a:blip r:embed="rId4"/>
          <a:stretch>
            <a:fillRect/>
          </a:stretch>
        </p:blipFill>
        <p:spPr>
          <a:xfrm>
            <a:off x="640080" y="1615440"/>
            <a:ext cx="7913976" cy="804926"/>
          </a:xfrm>
          <a:prstGeom prst="rect">
            <a:avLst/>
          </a:prstGeom>
        </p:spPr>
      </p:pic>
      <p:pic>
        <p:nvPicPr>
          <p:cNvPr id="20" name="Picture 19">
            <a:extLst>
              <a:ext uri="{FF2B5EF4-FFF2-40B4-BE49-F238E27FC236}">
                <a16:creationId xmlns:a16="http://schemas.microsoft.com/office/drawing/2014/main" id="{C91933DE-8EFD-C70B-48F6-FA301FC5B42B}"/>
              </a:ext>
            </a:extLst>
          </p:cNvPr>
          <p:cNvPicPr>
            <a:picLocks noChangeAspect="1"/>
          </p:cNvPicPr>
          <p:nvPr/>
        </p:nvPicPr>
        <p:blipFill>
          <a:blip r:embed="rId5"/>
          <a:stretch>
            <a:fillRect/>
          </a:stretch>
        </p:blipFill>
        <p:spPr>
          <a:xfrm>
            <a:off x="2629881" y="2571750"/>
            <a:ext cx="3934374" cy="1105054"/>
          </a:xfrm>
          <a:prstGeom prst="rect">
            <a:avLst/>
          </a:prstGeom>
        </p:spPr>
      </p:pic>
    </p:spTree>
    <p:extLst>
      <p:ext uri="{BB962C8B-B14F-4D97-AF65-F5344CB8AC3E}">
        <p14:creationId xmlns:p14="http://schemas.microsoft.com/office/powerpoint/2010/main" val="1454372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86617137-7A43-33A7-43B5-F353312140A4}"/>
            </a:ext>
          </a:extLst>
        </p:cNvPr>
        <p:cNvGrpSpPr/>
        <p:nvPr/>
      </p:nvGrpSpPr>
      <p:grpSpPr>
        <a:xfrm>
          <a:off x="0" y="0"/>
          <a:ext cx="0" cy="0"/>
          <a:chOff x="0" y="0"/>
          <a:chExt cx="0" cy="0"/>
        </a:xfrm>
      </p:grpSpPr>
      <p:sp>
        <p:nvSpPr>
          <p:cNvPr id="524" name="Google Shape;524;p38">
            <a:extLst>
              <a:ext uri="{FF2B5EF4-FFF2-40B4-BE49-F238E27FC236}">
                <a16:creationId xmlns:a16="http://schemas.microsoft.com/office/drawing/2014/main" id="{8688DF45-F276-A22C-4829-7AAA725D5F96}"/>
              </a:ext>
            </a:extLst>
          </p:cNvPr>
          <p:cNvSpPr txBox="1">
            <a:spLocks noGrp="1"/>
          </p:cNvSpPr>
          <p:nvPr>
            <p:ph type="title"/>
          </p:nvPr>
        </p:nvSpPr>
        <p:spPr>
          <a:xfrm>
            <a:off x="1017270" y="55170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Processing</a:t>
            </a:r>
            <a:endParaRPr dirty="0"/>
          </a:p>
        </p:txBody>
      </p:sp>
      <p:sp>
        <p:nvSpPr>
          <p:cNvPr id="2" name="Rectangle 1">
            <a:extLst>
              <a:ext uri="{FF2B5EF4-FFF2-40B4-BE49-F238E27FC236}">
                <a16:creationId xmlns:a16="http://schemas.microsoft.com/office/drawing/2014/main" id="{88901056-5463-C708-296F-2995FB3954C5}"/>
              </a:ext>
            </a:extLst>
          </p:cNvPr>
          <p:cNvSpPr>
            <a:spLocks noChangeArrowheads="1"/>
          </p:cNvSpPr>
          <p:nvPr/>
        </p:nvSpPr>
        <p:spPr bwMode="auto">
          <a:xfrm rot="10800000" flipV="1">
            <a:off x="1017270" y="1772592"/>
            <a:ext cx="586359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Dataset was imbalanced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Applied </a:t>
            </a:r>
            <a:r>
              <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SMOTE</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to balance classes</a:t>
            </a:r>
          </a:p>
          <a:p>
            <a:pPr eaLnBrk="0" fontAlgn="base" hangingPunct="0">
              <a:spcBef>
                <a:spcPct val="0"/>
              </a:spcBef>
              <a:spcAft>
                <a:spcPct val="0"/>
              </a:spcAft>
              <a:buClrTx/>
              <a:buFontTx/>
              <a:buChar char="•"/>
            </a:pPr>
            <a:r>
              <a:rPr lang="en-US" alt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Dataset divided to 80%training, 20% testing</a:t>
            </a: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Generates synthetic minority samples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Prevents model bias toward majority class</a:t>
            </a:r>
          </a:p>
        </p:txBody>
      </p:sp>
    </p:spTree>
    <p:extLst>
      <p:ext uri="{BB962C8B-B14F-4D97-AF65-F5344CB8AC3E}">
        <p14:creationId xmlns:p14="http://schemas.microsoft.com/office/powerpoint/2010/main" val="602995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A1F39B13-6889-1D9C-08C3-02ACD32DB00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A6502D7-B572-9618-2B03-18B181191E37}"/>
              </a:ext>
            </a:extLst>
          </p:cNvPr>
          <p:cNvPicPr>
            <a:picLocks noChangeAspect="1"/>
          </p:cNvPicPr>
          <p:nvPr/>
        </p:nvPicPr>
        <p:blipFill>
          <a:blip r:embed="rId3"/>
          <a:stretch>
            <a:fillRect/>
          </a:stretch>
        </p:blipFill>
        <p:spPr>
          <a:xfrm>
            <a:off x="703079" y="364730"/>
            <a:ext cx="7737839" cy="717044"/>
          </a:xfrm>
          <a:prstGeom prst="rect">
            <a:avLst/>
          </a:prstGeom>
        </p:spPr>
      </p:pic>
      <p:pic>
        <p:nvPicPr>
          <p:cNvPr id="9" name="Picture 8">
            <a:extLst>
              <a:ext uri="{FF2B5EF4-FFF2-40B4-BE49-F238E27FC236}">
                <a16:creationId xmlns:a16="http://schemas.microsoft.com/office/drawing/2014/main" id="{A15385D7-4837-06E9-4BE8-EFFA0ACEA32F}"/>
              </a:ext>
            </a:extLst>
          </p:cNvPr>
          <p:cNvPicPr>
            <a:picLocks noChangeAspect="1"/>
          </p:cNvPicPr>
          <p:nvPr/>
        </p:nvPicPr>
        <p:blipFill>
          <a:blip r:embed="rId4"/>
          <a:stretch>
            <a:fillRect/>
          </a:stretch>
        </p:blipFill>
        <p:spPr>
          <a:xfrm>
            <a:off x="703080" y="1139754"/>
            <a:ext cx="7737838" cy="741240"/>
          </a:xfrm>
          <a:prstGeom prst="rect">
            <a:avLst/>
          </a:prstGeom>
        </p:spPr>
      </p:pic>
      <p:pic>
        <p:nvPicPr>
          <p:cNvPr id="11" name="Picture 10">
            <a:extLst>
              <a:ext uri="{FF2B5EF4-FFF2-40B4-BE49-F238E27FC236}">
                <a16:creationId xmlns:a16="http://schemas.microsoft.com/office/drawing/2014/main" id="{C0215CBF-65A6-3607-200E-E98F3CABFB8E}"/>
              </a:ext>
            </a:extLst>
          </p:cNvPr>
          <p:cNvPicPr>
            <a:picLocks noChangeAspect="1"/>
          </p:cNvPicPr>
          <p:nvPr/>
        </p:nvPicPr>
        <p:blipFill>
          <a:blip r:embed="rId5"/>
          <a:stretch>
            <a:fillRect/>
          </a:stretch>
        </p:blipFill>
        <p:spPr>
          <a:xfrm>
            <a:off x="703078" y="2036408"/>
            <a:ext cx="7737837" cy="912987"/>
          </a:xfrm>
          <a:prstGeom prst="rect">
            <a:avLst/>
          </a:prstGeom>
        </p:spPr>
      </p:pic>
      <p:pic>
        <p:nvPicPr>
          <p:cNvPr id="13" name="Picture 12">
            <a:extLst>
              <a:ext uri="{FF2B5EF4-FFF2-40B4-BE49-F238E27FC236}">
                <a16:creationId xmlns:a16="http://schemas.microsoft.com/office/drawing/2014/main" id="{EA69D805-F55C-1A10-CB07-FD80FD962D89}"/>
              </a:ext>
            </a:extLst>
          </p:cNvPr>
          <p:cNvPicPr>
            <a:picLocks noChangeAspect="1"/>
          </p:cNvPicPr>
          <p:nvPr/>
        </p:nvPicPr>
        <p:blipFill>
          <a:blip r:embed="rId6"/>
          <a:stretch>
            <a:fillRect/>
          </a:stretch>
        </p:blipFill>
        <p:spPr>
          <a:xfrm>
            <a:off x="703079" y="3049022"/>
            <a:ext cx="7737836" cy="855007"/>
          </a:xfrm>
          <a:prstGeom prst="rect">
            <a:avLst/>
          </a:prstGeom>
        </p:spPr>
      </p:pic>
    </p:spTree>
    <p:extLst>
      <p:ext uri="{BB962C8B-B14F-4D97-AF65-F5344CB8AC3E}">
        <p14:creationId xmlns:p14="http://schemas.microsoft.com/office/powerpoint/2010/main" val="3124180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28DD90F4-2102-CE92-8C15-2D9CBA7F2ED1}"/>
            </a:ext>
          </a:extLst>
        </p:cNvPr>
        <p:cNvGrpSpPr/>
        <p:nvPr/>
      </p:nvGrpSpPr>
      <p:grpSpPr>
        <a:xfrm>
          <a:off x="0" y="0"/>
          <a:ext cx="0" cy="0"/>
          <a:chOff x="0" y="0"/>
          <a:chExt cx="0" cy="0"/>
        </a:xfrm>
      </p:grpSpPr>
      <p:sp>
        <p:nvSpPr>
          <p:cNvPr id="524" name="Google Shape;524;p38">
            <a:extLst>
              <a:ext uri="{FF2B5EF4-FFF2-40B4-BE49-F238E27FC236}">
                <a16:creationId xmlns:a16="http://schemas.microsoft.com/office/drawing/2014/main" id="{9530A54C-5CFF-ADCC-D66C-960A1CB5E133}"/>
              </a:ext>
            </a:extLst>
          </p:cNvPr>
          <p:cNvSpPr txBox="1">
            <a:spLocks noGrp="1"/>
          </p:cNvSpPr>
          <p:nvPr>
            <p:ph type="title"/>
          </p:nvPr>
        </p:nvSpPr>
        <p:spPr>
          <a:xfrm>
            <a:off x="1017270" y="49074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Post-processing</a:t>
            </a:r>
            <a:endParaRPr dirty="0"/>
          </a:p>
        </p:txBody>
      </p:sp>
      <p:sp>
        <p:nvSpPr>
          <p:cNvPr id="2" name="TextBox 1">
            <a:extLst>
              <a:ext uri="{FF2B5EF4-FFF2-40B4-BE49-F238E27FC236}">
                <a16:creationId xmlns:a16="http://schemas.microsoft.com/office/drawing/2014/main" id="{495F4BDE-93CC-FB58-72BF-3A38490579FF}"/>
              </a:ext>
            </a:extLst>
          </p:cNvPr>
          <p:cNvSpPr txBox="1"/>
          <p:nvPr/>
        </p:nvSpPr>
        <p:spPr>
          <a:xfrm>
            <a:off x="1017270" y="1524000"/>
            <a:ext cx="3181350" cy="2462213"/>
          </a:xfrm>
          <a:prstGeom prst="rect">
            <a:avLst/>
          </a:prstGeom>
          <a:noFill/>
        </p:spPr>
        <p:txBody>
          <a:bodyPr wrap="square" rtlCol="0">
            <a:spAutoFit/>
          </a:bodyPr>
          <a:lstStyle/>
          <a:p>
            <a:r>
              <a:rPr lang="en-US" sz="2000" b="1" dirty="0">
                <a:solidFill>
                  <a:schemeClr val="bg2"/>
                </a:solidFill>
                <a:latin typeface="Calibri" panose="020F0502020204030204" pitchFamily="34" charset="0"/>
                <a:ea typeface="Calibri" panose="020F0502020204030204" pitchFamily="34" charset="0"/>
                <a:cs typeface="Calibri" panose="020F0502020204030204" pitchFamily="34" charset="0"/>
              </a:rPr>
              <a:t>Evaluation after testing:</a:t>
            </a:r>
          </a:p>
          <a:p>
            <a:pPr marL="342900" indent="-342900">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Accuracy after training </a:t>
            </a:r>
          </a:p>
          <a:p>
            <a:pPr marL="342900" indent="-342900">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Classification metrics(precision,recall,f1-score,support) </a:t>
            </a:r>
          </a:p>
          <a:p>
            <a:pPr marL="342900" indent="-342900">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Confusion matrix</a:t>
            </a:r>
          </a:p>
          <a:p>
            <a:pPr marL="342900" indent="-342900">
              <a:buFont typeface="Arial" panose="020B0604020202020204" pitchFamily="34" charset="0"/>
              <a:buChar char="•"/>
            </a:pPr>
            <a:endParaRPr lang="en-US" sz="2000" b="1" dirty="0">
              <a:solidFill>
                <a:schemeClr val="bg2"/>
              </a:solidFill>
            </a:endParaRPr>
          </a:p>
          <a:p>
            <a:endParaRPr lang="en-US" dirty="0"/>
          </a:p>
        </p:txBody>
      </p:sp>
    </p:spTree>
    <p:extLst>
      <p:ext uri="{BB962C8B-B14F-4D97-AF65-F5344CB8AC3E}">
        <p14:creationId xmlns:p14="http://schemas.microsoft.com/office/powerpoint/2010/main" val="1098378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F89E4156-62E7-256C-B44C-D79508794306}"/>
            </a:ext>
          </a:extLst>
        </p:cNvPr>
        <p:cNvGrpSpPr/>
        <p:nvPr/>
      </p:nvGrpSpPr>
      <p:grpSpPr>
        <a:xfrm>
          <a:off x="0" y="0"/>
          <a:ext cx="0" cy="0"/>
          <a:chOff x="0" y="0"/>
          <a:chExt cx="0" cy="0"/>
        </a:xfrm>
      </p:grpSpPr>
      <p:sp>
        <p:nvSpPr>
          <p:cNvPr id="524" name="Google Shape;524;p38">
            <a:extLst>
              <a:ext uri="{FF2B5EF4-FFF2-40B4-BE49-F238E27FC236}">
                <a16:creationId xmlns:a16="http://schemas.microsoft.com/office/drawing/2014/main" id="{3E4C80C9-DC71-E819-A571-4EB1478050FD}"/>
              </a:ext>
            </a:extLst>
          </p:cNvPr>
          <p:cNvSpPr txBox="1">
            <a:spLocks noGrp="1"/>
          </p:cNvSpPr>
          <p:nvPr>
            <p:ph type="title"/>
          </p:nvPr>
        </p:nvSpPr>
        <p:spPr>
          <a:xfrm>
            <a:off x="1017270" y="49074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pic>
        <p:nvPicPr>
          <p:cNvPr id="8" name="Picture 7">
            <a:extLst>
              <a:ext uri="{FF2B5EF4-FFF2-40B4-BE49-F238E27FC236}">
                <a16:creationId xmlns:a16="http://schemas.microsoft.com/office/drawing/2014/main" id="{09266FBA-CA94-9730-2629-7ABC11FC60F6}"/>
              </a:ext>
            </a:extLst>
          </p:cNvPr>
          <p:cNvPicPr>
            <a:picLocks noChangeAspect="1"/>
          </p:cNvPicPr>
          <p:nvPr/>
        </p:nvPicPr>
        <p:blipFill>
          <a:blip r:embed="rId3"/>
          <a:stretch>
            <a:fillRect/>
          </a:stretch>
        </p:blipFill>
        <p:spPr>
          <a:xfrm>
            <a:off x="813863" y="1671512"/>
            <a:ext cx="7516274" cy="1800476"/>
          </a:xfrm>
          <a:prstGeom prst="rect">
            <a:avLst/>
          </a:prstGeom>
        </p:spPr>
      </p:pic>
    </p:spTree>
    <p:extLst>
      <p:ext uri="{BB962C8B-B14F-4D97-AF65-F5344CB8AC3E}">
        <p14:creationId xmlns:p14="http://schemas.microsoft.com/office/powerpoint/2010/main" val="114646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D8D9488F-150E-12EF-A790-EAC49889B4A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405441C-D043-C1B4-E41D-61D888376D82}"/>
              </a:ext>
            </a:extLst>
          </p:cNvPr>
          <p:cNvSpPr txBox="1"/>
          <p:nvPr/>
        </p:nvSpPr>
        <p:spPr>
          <a:xfrm>
            <a:off x="909980" y="456489"/>
            <a:ext cx="5033750" cy="400110"/>
          </a:xfrm>
          <a:prstGeom prst="rect">
            <a:avLst/>
          </a:prstGeom>
          <a:noFill/>
        </p:spPr>
        <p:txBody>
          <a:bodyPr wrap="none" rtlCol="0">
            <a:spAutoFit/>
          </a:bodyPr>
          <a:lstStyle/>
          <a:p>
            <a:r>
              <a:rPr lang="en-US" sz="2000" dirty="0">
                <a:solidFill>
                  <a:schemeClr val="tx1"/>
                </a:solidFill>
                <a:latin typeface="Sora" panose="020B0604020202020204" charset="0"/>
                <a:cs typeface="Sora" panose="020B0604020202020204" charset="0"/>
              </a:rPr>
              <a:t>Numerical feature before processing</a:t>
            </a:r>
          </a:p>
        </p:txBody>
      </p:sp>
      <p:pic>
        <p:nvPicPr>
          <p:cNvPr id="1026" name="Picture 2">
            <a:extLst>
              <a:ext uri="{FF2B5EF4-FFF2-40B4-BE49-F238E27FC236}">
                <a16:creationId xmlns:a16="http://schemas.microsoft.com/office/drawing/2014/main" id="{4AFFC3A4-4231-3314-BA50-000C00CBAE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9981" y="1022853"/>
            <a:ext cx="5137712" cy="258532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C38DE6B-F5F8-EC97-EDA0-5FB8F4CEF3F4}"/>
              </a:ext>
            </a:extLst>
          </p:cNvPr>
          <p:cNvSpPr txBox="1"/>
          <p:nvPr/>
        </p:nvSpPr>
        <p:spPr>
          <a:xfrm>
            <a:off x="6242858" y="1206120"/>
            <a:ext cx="2335877" cy="2031325"/>
          </a:xfrm>
          <a:prstGeom prst="rect">
            <a:avLst/>
          </a:prstGeom>
          <a:noFill/>
        </p:spPr>
        <p:txBody>
          <a:bodyPr wrap="square">
            <a:spAutoFit/>
          </a:bodyPr>
          <a:lstStyle/>
          <a:p>
            <a:r>
              <a:rPr lang="en-US" sz="1800" b="0" i="0" u="none" strike="noStrike" dirty="0">
                <a:solidFill>
                  <a:schemeClr val="tx1"/>
                </a:solidFill>
                <a:effectLst/>
                <a:latin typeface="Calibri" panose="020F0502020204030204" pitchFamily="34" charset="0"/>
              </a:rPr>
              <a:t> presents the distribution of numerical features before preprocessing, highlighting skewness and variability across features.</a:t>
            </a:r>
            <a:endParaRPr lang="en-US" sz="1800" dirty="0">
              <a:solidFill>
                <a:schemeClr val="tx1"/>
              </a:solidFill>
            </a:endParaRPr>
          </a:p>
        </p:txBody>
      </p:sp>
    </p:spTree>
    <p:extLst>
      <p:ext uri="{BB962C8B-B14F-4D97-AF65-F5344CB8AC3E}">
        <p14:creationId xmlns:p14="http://schemas.microsoft.com/office/powerpoint/2010/main" val="3297284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E6FEAE4B-714C-BCDE-E93C-F77B9796CFF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A0D03BF-FA38-193D-0A83-5CEC5707A658}"/>
              </a:ext>
            </a:extLst>
          </p:cNvPr>
          <p:cNvSpPr txBox="1"/>
          <p:nvPr/>
        </p:nvSpPr>
        <p:spPr>
          <a:xfrm>
            <a:off x="793601" y="547928"/>
            <a:ext cx="4782078" cy="400110"/>
          </a:xfrm>
          <a:prstGeom prst="rect">
            <a:avLst/>
          </a:prstGeom>
          <a:noFill/>
        </p:spPr>
        <p:txBody>
          <a:bodyPr wrap="none" rtlCol="0">
            <a:spAutoFit/>
          </a:bodyPr>
          <a:lstStyle/>
          <a:p>
            <a:r>
              <a:rPr lang="en-US" sz="2000" dirty="0">
                <a:solidFill>
                  <a:schemeClr val="tx1"/>
                </a:solidFill>
                <a:latin typeface="Sora" panose="020B0604020202020204" charset="0"/>
                <a:cs typeface="Sora" panose="020B0604020202020204" charset="0"/>
              </a:rPr>
              <a:t>Numerical feature after processing</a:t>
            </a:r>
          </a:p>
        </p:txBody>
      </p:sp>
      <p:pic>
        <p:nvPicPr>
          <p:cNvPr id="1028" name="Picture 4">
            <a:extLst>
              <a:ext uri="{FF2B5EF4-FFF2-40B4-BE49-F238E27FC236}">
                <a16:creationId xmlns:a16="http://schemas.microsoft.com/office/drawing/2014/main" id="{02C77D09-1C38-F964-0D23-8058F31300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601" y="1068012"/>
            <a:ext cx="5327901" cy="268102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B536380-FC72-0AC7-9EDB-134736533F4F}"/>
              </a:ext>
            </a:extLst>
          </p:cNvPr>
          <p:cNvSpPr txBox="1"/>
          <p:nvPr/>
        </p:nvSpPr>
        <p:spPr>
          <a:xfrm>
            <a:off x="6188005" y="1249829"/>
            <a:ext cx="2365792" cy="2308324"/>
          </a:xfrm>
          <a:prstGeom prst="rect">
            <a:avLst/>
          </a:prstGeom>
          <a:noFill/>
        </p:spPr>
        <p:txBody>
          <a:bodyPr wrap="square">
            <a:spAutoFit/>
          </a:bodyPr>
          <a:lstStyle/>
          <a:p>
            <a:r>
              <a:rPr lang="en-US" sz="1800" b="0" i="0" u="none" strike="noStrike" dirty="0">
                <a:solidFill>
                  <a:schemeClr val="tx1"/>
                </a:solidFill>
                <a:effectLst/>
                <a:latin typeface="Calibri" panose="020F0502020204030204" pitchFamily="34" charset="0"/>
              </a:rPr>
              <a:t>shows the distributions after preprocessing, where imputation and scaling resulted in more standardized and comparable feature distributions</a:t>
            </a:r>
            <a:br>
              <a:rPr lang="en-US" sz="1800" b="0" i="0" u="none" strike="noStrike" dirty="0">
                <a:solidFill>
                  <a:schemeClr val="tx1"/>
                </a:solidFill>
                <a:effectLst/>
                <a:latin typeface="Calibri" panose="020F0502020204030204" pitchFamily="34" charset="0"/>
              </a:rPr>
            </a:br>
            <a:endParaRPr lang="en-US" sz="1800" dirty="0">
              <a:solidFill>
                <a:schemeClr val="tx1"/>
              </a:solidFill>
            </a:endParaRPr>
          </a:p>
        </p:txBody>
      </p:sp>
    </p:spTree>
    <p:extLst>
      <p:ext uri="{BB962C8B-B14F-4D97-AF65-F5344CB8AC3E}">
        <p14:creationId xmlns:p14="http://schemas.microsoft.com/office/powerpoint/2010/main" val="34948269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7505B41B-6904-6FC6-0FBC-0C2462545E2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1078ECA-1571-0F16-F5FB-C30E64C754F5}"/>
              </a:ext>
            </a:extLst>
          </p:cNvPr>
          <p:cNvSpPr txBox="1"/>
          <p:nvPr/>
        </p:nvSpPr>
        <p:spPr>
          <a:xfrm>
            <a:off x="941386" y="372987"/>
            <a:ext cx="5174933" cy="707886"/>
          </a:xfrm>
          <a:prstGeom prst="rect">
            <a:avLst/>
          </a:prstGeom>
          <a:noFill/>
        </p:spPr>
        <p:txBody>
          <a:bodyPr wrap="square" rtlCol="0">
            <a:spAutoFit/>
          </a:bodyPr>
          <a:lstStyle/>
          <a:p>
            <a:r>
              <a:rPr lang="en-US" sz="2000" dirty="0">
                <a:solidFill>
                  <a:schemeClr val="tx1"/>
                </a:solidFill>
                <a:latin typeface="Sora" panose="020B0604020202020204" charset="0"/>
                <a:cs typeface="Sora" panose="020B0604020202020204" charset="0"/>
              </a:rPr>
              <a:t>Outliers before preprocessing vs after imputation (no scaling) </a:t>
            </a:r>
          </a:p>
        </p:txBody>
      </p:sp>
      <p:pic>
        <p:nvPicPr>
          <p:cNvPr id="3074" name="Picture 2">
            <a:extLst>
              <a:ext uri="{FF2B5EF4-FFF2-40B4-BE49-F238E27FC236}">
                <a16:creationId xmlns:a16="http://schemas.microsoft.com/office/drawing/2014/main" id="{C47C7B79-2D41-A43F-7048-93F81768E1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386" y="1080873"/>
            <a:ext cx="4891142" cy="290427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43490B6-526F-5CCE-7EA4-3D6B7D00CD06}"/>
              </a:ext>
            </a:extLst>
          </p:cNvPr>
          <p:cNvSpPr txBox="1"/>
          <p:nvPr/>
        </p:nvSpPr>
        <p:spPr>
          <a:xfrm>
            <a:off x="5913809" y="1296538"/>
            <a:ext cx="2698176" cy="2308324"/>
          </a:xfrm>
          <a:prstGeom prst="rect">
            <a:avLst/>
          </a:prstGeom>
          <a:noFill/>
        </p:spPr>
        <p:txBody>
          <a:bodyPr wrap="square">
            <a:spAutoFit/>
          </a:bodyPr>
          <a:lstStyle/>
          <a:p>
            <a:r>
              <a:rPr lang="en-US" sz="1800" b="0" i="0" u="none" strike="noStrike" dirty="0">
                <a:solidFill>
                  <a:schemeClr val="tx1"/>
                </a:solidFill>
                <a:effectLst/>
                <a:latin typeface="Calibri" panose="020F0502020204030204" pitchFamily="34" charset="0"/>
              </a:rPr>
              <a:t>illustrates the effect of missing values imputation and applying the IQR method handling without scaling. While extreme values were contained, the original feature scales were preserved</a:t>
            </a:r>
            <a:endParaRPr lang="en-US" sz="1800" dirty="0">
              <a:solidFill>
                <a:schemeClr val="tx1"/>
              </a:solidFill>
            </a:endParaRPr>
          </a:p>
        </p:txBody>
      </p:sp>
    </p:spTree>
    <p:extLst>
      <p:ext uri="{BB962C8B-B14F-4D97-AF65-F5344CB8AC3E}">
        <p14:creationId xmlns:p14="http://schemas.microsoft.com/office/powerpoint/2010/main" val="4258724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BC78AED1-BA75-6090-138E-83774BC4FB12}"/>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5930D353-DCB6-DEE2-1268-6D684FE4DE5B}"/>
              </a:ext>
            </a:extLst>
          </p:cNvPr>
          <p:cNvSpPr txBox="1"/>
          <p:nvPr/>
        </p:nvSpPr>
        <p:spPr>
          <a:xfrm>
            <a:off x="5884486" y="736613"/>
            <a:ext cx="2685935" cy="2862322"/>
          </a:xfrm>
          <a:prstGeom prst="rect">
            <a:avLst/>
          </a:prstGeom>
          <a:noFill/>
        </p:spPr>
        <p:txBody>
          <a:bodyPr wrap="square" rtlCol="0">
            <a:spAutoFit/>
          </a:bodyPr>
          <a:lstStyle/>
          <a:p>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 shows boxplots of numerical features before preprocessing that results in extreme values and after preprocessing shows using the method of IQR Remover and scaling with the z-score normalization that results in small range of values.</a:t>
            </a:r>
          </a:p>
        </p:txBody>
      </p:sp>
      <p:pic>
        <p:nvPicPr>
          <p:cNvPr id="2" name="Picture 1">
            <a:extLst>
              <a:ext uri="{FF2B5EF4-FFF2-40B4-BE49-F238E27FC236}">
                <a16:creationId xmlns:a16="http://schemas.microsoft.com/office/drawing/2014/main" id="{20BA4A37-19C5-57F8-AF7F-5DDD3C579C70}"/>
              </a:ext>
            </a:extLst>
          </p:cNvPr>
          <p:cNvPicPr>
            <a:picLocks noChangeAspect="1"/>
          </p:cNvPicPr>
          <p:nvPr/>
        </p:nvPicPr>
        <p:blipFill>
          <a:blip r:embed="rId3"/>
          <a:stretch>
            <a:fillRect/>
          </a:stretch>
        </p:blipFill>
        <p:spPr>
          <a:xfrm>
            <a:off x="1121997" y="684590"/>
            <a:ext cx="4677999" cy="3234697"/>
          </a:xfrm>
          <a:prstGeom prst="rect">
            <a:avLst/>
          </a:prstGeom>
        </p:spPr>
      </p:pic>
      <p:sp>
        <p:nvSpPr>
          <p:cNvPr id="4" name="TextBox 3">
            <a:extLst>
              <a:ext uri="{FF2B5EF4-FFF2-40B4-BE49-F238E27FC236}">
                <a16:creationId xmlns:a16="http://schemas.microsoft.com/office/drawing/2014/main" id="{2DFA0EBF-5F71-3A6A-5344-F4005D53FDB5}"/>
              </a:ext>
            </a:extLst>
          </p:cNvPr>
          <p:cNvSpPr txBox="1"/>
          <p:nvPr/>
        </p:nvSpPr>
        <p:spPr>
          <a:xfrm>
            <a:off x="1093716" y="327283"/>
            <a:ext cx="5347724" cy="307777"/>
          </a:xfrm>
          <a:prstGeom prst="rect">
            <a:avLst/>
          </a:prstGeom>
          <a:noFill/>
        </p:spPr>
        <p:txBody>
          <a:bodyPr wrap="square">
            <a:spAutoFit/>
          </a:bodyPr>
          <a:lstStyle/>
          <a:p>
            <a:r>
              <a:rPr lang="en-US" sz="1400" dirty="0">
                <a:solidFill>
                  <a:schemeClr val="tx1"/>
                </a:solidFill>
                <a:latin typeface="Sora" panose="020B0604020202020204" charset="0"/>
                <a:cs typeface="Sora" panose="020B0604020202020204" charset="0"/>
              </a:rPr>
              <a:t>Outliers before and after imputation </a:t>
            </a:r>
          </a:p>
        </p:txBody>
      </p:sp>
    </p:spTree>
    <p:extLst>
      <p:ext uri="{BB962C8B-B14F-4D97-AF65-F5344CB8AC3E}">
        <p14:creationId xmlns:p14="http://schemas.microsoft.com/office/powerpoint/2010/main" val="10245814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3590CF6D-AB01-E4DA-A092-146970AC427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3D14DDD-BCE6-DE95-0CC6-B97DBDB70330}"/>
              </a:ext>
            </a:extLst>
          </p:cNvPr>
          <p:cNvSpPr txBox="1"/>
          <p:nvPr/>
        </p:nvSpPr>
        <p:spPr>
          <a:xfrm>
            <a:off x="1038220" y="446342"/>
            <a:ext cx="4479111" cy="707886"/>
          </a:xfrm>
          <a:prstGeom prst="rect">
            <a:avLst/>
          </a:prstGeom>
          <a:noFill/>
        </p:spPr>
        <p:txBody>
          <a:bodyPr wrap="none" rtlCol="0">
            <a:spAutoFit/>
          </a:bodyPr>
          <a:lstStyle/>
          <a:p>
            <a:r>
              <a:rPr lang="en-US" sz="2000" dirty="0">
                <a:solidFill>
                  <a:schemeClr val="tx1"/>
                </a:solidFill>
                <a:latin typeface="Sora" panose="020B0604020202020204" charset="0"/>
                <a:cs typeface="Sora" panose="020B0604020202020204" charset="0"/>
              </a:rPr>
              <a:t>Class distribution before SMOTE</a:t>
            </a:r>
            <a:br>
              <a:rPr lang="en-US" sz="2000" dirty="0">
                <a:solidFill>
                  <a:schemeClr val="tx1"/>
                </a:solidFill>
                <a:latin typeface="Sora" panose="020B0604020202020204" charset="0"/>
                <a:cs typeface="Sora" panose="020B0604020202020204" charset="0"/>
              </a:rPr>
            </a:br>
            <a:endParaRPr lang="en-US" sz="2000" dirty="0">
              <a:solidFill>
                <a:schemeClr val="tx1"/>
              </a:solidFill>
              <a:latin typeface="Sora" panose="020B0604020202020204" charset="0"/>
              <a:cs typeface="Sora" panose="020B0604020202020204" charset="0"/>
            </a:endParaRPr>
          </a:p>
        </p:txBody>
      </p:sp>
      <p:pic>
        <p:nvPicPr>
          <p:cNvPr id="2" name="Picture 1">
            <a:extLst>
              <a:ext uri="{FF2B5EF4-FFF2-40B4-BE49-F238E27FC236}">
                <a16:creationId xmlns:a16="http://schemas.microsoft.com/office/drawing/2014/main" id="{E27163F5-866E-0C57-7BB9-25933CE7AB8C}"/>
              </a:ext>
            </a:extLst>
          </p:cNvPr>
          <p:cNvPicPr>
            <a:picLocks noChangeAspect="1"/>
          </p:cNvPicPr>
          <p:nvPr/>
        </p:nvPicPr>
        <p:blipFill>
          <a:blip r:embed="rId3"/>
          <a:stretch>
            <a:fillRect/>
          </a:stretch>
        </p:blipFill>
        <p:spPr>
          <a:xfrm>
            <a:off x="1038220" y="988272"/>
            <a:ext cx="4224660" cy="2893855"/>
          </a:xfrm>
          <a:prstGeom prst="rect">
            <a:avLst/>
          </a:prstGeom>
        </p:spPr>
      </p:pic>
      <p:sp>
        <p:nvSpPr>
          <p:cNvPr id="7" name="TextBox 6">
            <a:extLst>
              <a:ext uri="{FF2B5EF4-FFF2-40B4-BE49-F238E27FC236}">
                <a16:creationId xmlns:a16="http://schemas.microsoft.com/office/drawing/2014/main" id="{30FA7B9F-8AEA-59AF-AAC9-7B9630309113}"/>
              </a:ext>
            </a:extLst>
          </p:cNvPr>
          <p:cNvSpPr txBox="1"/>
          <p:nvPr/>
        </p:nvSpPr>
        <p:spPr>
          <a:xfrm>
            <a:off x="5291460" y="1790644"/>
            <a:ext cx="3852540" cy="1579920"/>
          </a:xfrm>
          <a:prstGeom prst="rect">
            <a:avLst/>
          </a:prstGeom>
          <a:noFill/>
        </p:spPr>
        <p:txBody>
          <a:bodyPr wrap="square">
            <a:spAutoFit/>
          </a:bodyPr>
          <a:lstStyle/>
          <a:p>
            <a:pPr rtl="0">
              <a:spcAft>
                <a:spcPts val="800"/>
              </a:spcAft>
              <a:buNone/>
            </a:pPr>
            <a:r>
              <a:rPr lang="en-US" sz="18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displays the class distribution of the training dataset indicating unbalancing and needs to be balanced.</a:t>
            </a:r>
            <a:endParaRPr lang="en-US" sz="1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a:buNone/>
            </a:pPr>
            <a:b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br>
            <a:endPar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923312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A2F363FE-B25C-674A-5FCD-1BB692ABC3B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F633543-0E42-0374-2C8F-375DB9F416DA}"/>
              </a:ext>
            </a:extLst>
          </p:cNvPr>
          <p:cNvSpPr txBox="1"/>
          <p:nvPr/>
        </p:nvSpPr>
        <p:spPr>
          <a:xfrm>
            <a:off x="1038220" y="446342"/>
            <a:ext cx="4227439" cy="707886"/>
          </a:xfrm>
          <a:prstGeom prst="rect">
            <a:avLst/>
          </a:prstGeom>
          <a:noFill/>
        </p:spPr>
        <p:txBody>
          <a:bodyPr wrap="none" rtlCol="0">
            <a:spAutoFit/>
          </a:bodyPr>
          <a:lstStyle/>
          <a:p>
            <a:r>
              <a:rPr lang="en-US" sz="2000" dirty="0">
                <a:solidFill>
                  <a:schemeClr val="tx1"/>
                </a:solidFill>
                <a:latin typeface="Sora" panose="020B0604020202020204" charset="0"/>
                <a:cs typeface="Sora" panose="020B0604020202020204" charset="0"/>
              </a:rPr>
              <a:t>Class distribution after SMOTE</a:t>
            </a:r>
            <a:br>
              <a:rPr lang="en-US" sz="2000" dirty="0">
                <a:solidFill>
                  <a:schemeClr val="tx1"/>
                </a:solidFill>
                <a:latin typeface="Sora" panose="020B0604020202020204" charset="0"/>
                <a:cs typeface="Sora" panose="020B0604020202020204" charset="0"/>
              </a:rPr>
            </a:br>
            <a:endParaRPr lang="en-US" sz="2000" dirty="0">
              <a:solidFill>
                <a:schemeClr val="tx1"/>
              </a:solidFill>
              <a:latin typeface="Sora" panose="020B0604020202020204" charset="0"/>
              <a:cs typeface="Sora" panose="020B0604020202020204" charset="0"/>
            </a:endParaRPr>
          </a:p>
        </p:txBody>
      </p:sp>
      <p:sp>
        <p:nvSpPr>
          <p:cNvPr id="7" name="TextBox 6">
            <a:extLst>
              <a:ext uri="{FF2B5EF4-FFF2-40B4-BE49-F238E27FC236}">
                <a16:creationId xmlns:a16="http://schemas.microsoft.com/office/drawing/2014/main" id="{AC2A5C77-F1AA-4C93-BE34-E9A8A3383437}"/>
              </a:ext>
            </a:extLst>
          </p:cNvPr>
          <p:cNvSpPr txBox="1"/>
          <p:nvPr/>
        </p:nvSpPr>
        <p:spPr>
          <a:xfrm>
            <a:off x="5291460" y="1790644"/>
            <a:ext cx="3852540" cy="1200329"/>
          </a:xfrm>
          <a:prstGeom prst="rect">
            <a:avLst/>
          </a:prstGeom>
          <a:noFill/>
        </p:spPr>
        <p:txBody>
          <a:bodyPr wrap="square">
            <a:spAutoFit/>
          </a:bodyPr>
          <a:lstStyle/>
          <a:p>
            <a:pPr>
              <a:spcAft>
                <a:spcPts val="800"/>
              </a:spcAft>
            </a:pPr>
            <a:r>
              <a:rPr lang="en-US" sz="18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 shows the class distribution after applying SMOTE and balancing the classes.</a:t>
            </a:r>
            <a:b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br>
            <a:endPar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F064C829-50DE-48C8-AB2F-B6296CE5BFF2}"/>
              </a:ext>
            </a:extLst>
          </p:cNvPr>
          <p:cNvPicPr>
            <a:picLocks noChangeAspect="1"/>
          </p:cNvPicPr>
          <p:nvPr/>
        </p:nvPicPr>
        <p:blipFill>
          <a:blip r:embed="rId3"/>
          <a:stretch>
            <a:fillRect/>
          </a:stretch>
        </p:blipFill>
        <p:spPr>
          <a:xfrm>
            <a:off x="848557" y="1007922"/>
            <a:ext cx="4345235" cy="2896823"/>
          </a:xfrm>
          <a:prstGeom prst="rect">
            <a:avLst/>
          </a:prstGeom>
        </p:spPr>
      </p:pic>
    </p:spTree>
    <p:extLst>
      <p:ext uri="{BB962C8B-B14F-4D97-AF65-F5344CB8AC3E}">
        <p14:creationId xmlns:p14="http://schemas.microsoft.com/office/powerpoint/2010/main" val="38228127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5">
          <a:extLst>
            <a:ext uri="{FF2B5EF4-FFF2-40B4-BE49-F238E27FC236}">
              <a16:creationId xmlns:a16="http://schemas.microsoft.com/office/drawing/2014/main" id="{B37C37B9-87C6-EDAF-7017-B906B492A963}"/>
            </a:ext>
          </a:extLst>
        </p:cNvPr>
        <p:cNvGrpSpPr/>
        <p:nvPr/>
      </p:nvGrpSpPr>
      <p:grpSpPr>
        <a:xfrm>
          <a:off x="0" y="0"/>
          <a:ext cx="0" cy="0"/>
          <a:chOff x="0" y="0"/>
          <a:chExt cx="0" cy="0"/>
        </a:xfrm>
      </p:grpSpPr>
      <p:sp>
        <p:nvSpPr>
          <p:cNvPr id="466" name="Google Shape;466;p36">
            <a:extLst>
              <a:ext uri="{FF2B5EF4-FFF2-40B4-BE49-F238E27FC236}">
                <a16:creationId xmlns:a16="http://schemas.microsoft.com/office/drawing/2014/main" id="{068EE81F-D603-07ED-19DF-226F8D29BCD6}"/>
              </a:ext>
            </a:extLst>
          </p:cNvPr>
          <p:cNvSpPr txBox="1">
            <a:spLocks noGrp="1"/>
          </p:cNvSpPr>
          <p:nvPr>
            <p:ph type="title"/>
          </p:nvPr>
        </p:nvSpPr>
        <p:spPr>
          <a:xfrm>
            <a:off x="720000" y="2303250"/>
            <a:ext cx="4044900" cy="84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Results </a:t>
            </a:r>
            <a:endParaRPr dirty="0"/>
          </a:p>
        </p:txBody>
      </p:sp>
      <p:sp>
        <p:nvSpPr>
          <p:cNvPr id="467" name="Google Shape;467;p36">
            <a:extLst>
              <a:ext uri="{FF2B5EF4-FFF2-40B4-BE49-F238E27FC236}">
                <a16:creationId xmlns:a16="http://schemas.microsoft.com/office/drawing/2014/main" id="{66AFE4B0-6EE5-3BAC-2D65-F8358ABF6840}"/>
              </a:ext>
            </a:extLst>
          </p:cNvPr>
          <p:cNvSpPr txBox="1">
            <a:spLocks noGrp="1"/>
          </p:cNvSpPr>
          <p:nvPr>
            <p:ph type="subTitle" idx="1"/>
          </p:nvPr>
        </p:nvSpPr>
        <p:spPr>
          <a:xfrm>
            <a:off x="720000" y="3311500"/>
            <a:ext cx="4044900" cy="365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endParaRPr dirty="0"/>
          </a:p>
        </p:txBody>
      </p:sp>
      <p:sp>
        <p:nvSpPr>
          <p:cNvPr id="468" name="Google Shape;468;p36">
            <a:extLst>
              <a:ext uri="{FF2B5EF4-FFF2-40B4-BE49-F238E27FC236}">
                <a16:creationId xmlns:a16="http://schemas.microsoft.com/office/drawing/2014/main" id="{FE425408-0105-1663-C3DC-624FE620FF7A}"/>
              </a:ext>
            </a:extLst>
          </p:cNvPr>
          <p:cNvSpPr txBox="1">
            <a:spLocks noGrp="1"/>
          </p:cNvSpPr>
          <p:nvPr>
            <p:ph type="title" idx="2"/>
          </p:nvPr>
        </p:nvSpPr>
        <p:spPr>
          <a:xfrm>
            <a:off x="3249975" y="1014475"/>
            <a:ext cx="1411800" cy="899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grpSp>
        <p:nvGrpSpPr>
          <p:cNvPr id="469" name="Google Shape;469;p36">
            <a:extLst>
              <a:ext uri="{FF2B5EF4-FFF2-40B4-BE49-F238E27FC236}">
                <a16:creationId xmlns:a16="http://schemas.microsoft.com/office/drawing/2014/main" id="{7BB872C7-4607-7673-A409-70C269F81BA0}"/>
              </a:ext>
            </a:extLst>
          </p:cNvPr>
          <p:cNvGrpSpPr/>
          <p:nvPr/>
        </p:nvGrpSpPr>
        <p:grpSpPr>
          <a:xfrm>
            <a:off x="5504532" y="1402030"/>
            <a:ext cx="3231844" cy="3156274"/>
            <a:chOff x="5504532" y="1402030"/>
            <a:chExt cx="3231844" cy="3156274"/>
          </a:xfrm>
        </p:grpSpPr>
        <p:sp>
          <p:nvSpPr>
            <p:cNvPr id="470" name="Google Shape;470;p36">
              <a:extLst>
                <a:ext uri="{FF2B5EF4-FFF2-40B4-BE49-F238E27FC236}">
                  <a16:creationId xmlns:a16="http://schemas.microsoft.com/office/drawing/2014/main" id="{05660AC2-3643-3525-7E88-9843A322CAA9}"/>
                </a:ext>
              </a:extLst>
            </p:cNvPr>
            <p:cNvSpPr/>
            <p:nvPr/>
          </p:nvSpPr>
          <p:spPr>
            <a:xfrm>
              <a:off x="8185993" y="2196872"/>
              <a:ext cx="412338" cy="411893"/>
            </a:xfrm>
            <a:custGeom>
              <a:avLst/>
              <a:gdLst/>
              <a:ahLst/>
              <a:cxnLst/>
              <a:rect l="l" t="t" r="r" b="b"/>
              <a:pathLst>
                <a:path w="6493" h="6486" fill="none" extrusionOk="0">
                  <a:moveTo>
                    <a:pt x="6486" y="3027"/>
                  </a:moveTo>
                  <a:cubicBezTo>
                    <a:pt x="6475" y="2929"/>
                    <a:pt x="6417" y="2837"/>
                    <a:pt x="6325" y="2803"/>
                  </a:cubicBezTo>
                  <a:lnTo>
                    <a:pt x="6084" y="2693"/>
                  </a:lnTo>
                  <a:cubicBezTo>
                    <a:pt x="6009" y="2665"/>
                    <a:pt x="5951" y="2601"/>
                    <a:pt x="5928" y="2521"/>
                  </a:cubicBezTo>
                  <a:lnTo>
                    <a:pt x="5928" y="2521"/>
                  </a:lnTo>
                  <a:cubicBezTo>
                    <a:pt x="5911" y="2446"/>
                    <a:pt x="5922" y="2365"/>
                    <a:pt x="5974" y="2302"/>
                  </a:cubicBezTo>
                  <a:lnTo>
                    <a:pt x="6130" y="2083"/>
                  </a:lnTo>
                  <a:cubicBezTo>
                    <a:pt x="6187" y="2009"/>
                    <a:pt x="6204" y="1899"/>
                    <a:pt x="6153" y="1813"/>
                  </a:cubicBezTo>
                  <a:cubicBezTo>
                    <a:pt x="6089" y="1681"/>
                    <a:pt x="6014" y="1560"/>
                    <a:pt x="5945" y="1445"/>
                  </a:cubicBezTo>
                  <a:cubicBezTo>
                    <a:pt x="5888" y="1364"/>
                    <a:pt x="5796" y="1312"/>
                    <a:pt x="5692" y="1330"/>
                  </a:cubicBezTo>
                  <a:lnTo>
                    <a:pt x="5427" y="1358"/>
                  </a:lnTo>
                  <a:cubicBezTo>
                    <a:pt x="5347" y="1364"/>
                    <a:pt x="5266" y="1335"/>
                    <a:pt x="5209" y="1278"/>
                  </a:cubicBezTo>
                  <a:lnTo>
                    <a:pt x="5209" y="1278"/>
                  </a:lnTo>
                  <a:cubicBezTo>
                    <a:pt x="5151" y="1220"/>
                    <a:pt x="5122" y="1145"/>
                    <a:pt x="5134" y="1065"/>
                  </a:cubicBezTo>
                  <a:lnTo>
                    <a:pt x="5163" y="800"/>
                  </a:lnTo>
                  <a:cubicBezTo>
                    <a:pt x="5174" y="696"/>
                    <a:pt x="5122" y="604"/>
                    <a:pt x="5048" y="547"/>
                  </a:cubicBezTo>
                  <a:cubicBezTo>
                    <a:pt x="4927" y="466"/>
                    <a:pt x="4806" y="397"/>
                    <a:pt x="4679" y="340"/>
                  </a:cubicBezTo>
                  <a:cubicBezTo>
                    <a:pt x="4593" y="294"/>
                    <a:pt x="4484" y="299"/>
                    <a:pt x="4403" y="357"/>
                  </a:cubicBezTo>
                  <a:lnTo>
                    <a:pt x="4190" y="518"/>
                  </a:lnTo>
                  <a:cubicBezTo>
                    <a:pt x="4127" y="570"/>
                    <a:pt x="4046" y="581"/>
                    <a:pt x="3966" y="558"/>
                  </a:cubicBezTo>
                  <a:lnTo>
                    <a:pt x="3966" y="558"/>
                  </a:lnTo>
                  <a:cubicBezTo>
                    <a:pt x="3885" y="535"/>
                    <a:pt x="3822" y="489"/>
                    <a:pt x="3793" y="409"/>
                  </a:cubicBezTo>
                  <a:lnTo>
                    <a:pt x="3684" y="167"/>
                  </a:lnTo>
                  <a:cubicBezTo>
                    <a:pt x="3649" y="81"/>
                    <a:pt x="3563" y="12"/>
                    <a:pt x="3459" y="6"/>
                  </a:cubicBezTo>
                  <a:cubicBezTo>
                    <a:pt x="3390" y="0"/>
                    <a:pt x="3315" y="0"/>
                    <a:pt x="3246" y="0"/>
                  </a:cubicBezTo>
                  <a:cubicBezTo>
                    <a:pt x="3172" y="0"/>
                    <a:pt x="3103" y="0"/>
                    <a:pt x="3028" y="6"/>
                  </a:cubicBezTo>
                  <a:cubicBezTo>
                    <a:pt x="2930" y="12"/>
                    <a:pt x="2849" y="69"/>
                    <a:pt x="2809" y="167"/>
                  </a:cubicBezTo>
                  <a:lnTo>
                    <a:pt x="2700" y="409"/>
                  </a:lnTo>
                  <a:cubicBezTo>
                    <a:pt x="2671" y="484"/>
                    <a:pt x="2608" y="541"/>
                    <a:pt x="2527" y="558"/>
                  </a:cubicBezTo>
                  <a:lnTo>
                    <a:pt x="2527" y="558"/>
                  </a:lnTo>
                  <a:cubicBezTo>
                    <a:pt x="2446" y="581"/>
                    <a:pt x="2366" y="570"/>
                    <a:pt x="2303" y="518"/>
                  </a:cubicBezTo>
                  <a:lnTo>
                    <a:pt x="2090" y="357"/>
                  </a:lnTo>
                  <a:cubicBezTo>
                    <a:pt x="2009" y="299"/>
                    <a:pt x="1900" y="288"/>
                    <a:pt x="1813" y="340"/>
                  </a:cubicBezTo>
                  <a:cubicBezTo>
                    <a:pt x="1687" y="403"/>
                    <a:pt x="1560" y="472"/>
                    <a:pt x="1445" y="547"/>
                  </a:cubicBezTo>
                  <a:cubicBezTo>
                    <a:pt x="1370" y="604"/>
                    <a:pt x="1319" y="696"/>
                    <a:pt x="1330" y="800"/>
                  </a:cubicBezTo>
                  <a:lnTo>
                    <a:pt x="1359" y="1065"/>
                  </a:lnTo>
                  <a:cubicBezTo>
                    <a:pt x="1370" y="1145"/>
                    <a:pt x="1342" y="1220"/>
                    <a:pt x="1284" y="1278"/>
                  </a:cubicBezTo>
                  <a:lnTo>
                    <a:pt x="1284" y="1278"/>
                  </a:lnTo>
                  <a:cubicBezTo>
                    <a:pt x="1226" y="1335"/>
                    <a:pt x="1146" y="1364"/>
                    <a:pt x="1065" y="1358"/>
                  </a:cubicBezTo>
                  <a:lnTo>
                    <a:pt x="801" y="1330"/>
                  </a:lnTo>
                  <a:cubicBezTo>
                    <a:pt x="697" y="1318"/>
                    <a:pt x="605" y="1364"/>
                    <a:pt x="547" y="1445"/>
                  </a:cubicBezTo>
                  <a:cubicBezTo>
                    <a:pt x="467" y="1560"/>
                    <a:pt x="398" y="1681"/>
                    <a:pt x="340" y="1813"/>
                  </a:cubicBezTo>
                  <a:cubicBezTo>
                    <a:pt x="294" y="1899"/>
                    <a:pt x="306" y="2003"/>
                    <a:pt x="363" y="2083"/>
                  </a:cubicBezTo>
                  <a:lnTo>
                    <a:pt x="519" y="2302"/>
                  </a:lnTo>
                  <a:cubicBezTo>
                    <a:pt x="570" y="2365"/>
                    <a:pt x="582" y="2446"/>
                    <a:pt x="565" y="2521"/>
                  </a:cubicBezTo>
                  <a:lnTo>
                    <a:pt x="565" y="2521"/>
                  </a:lnTo>
                  <a:cubicBezTo>
                    <a:pt x="542" y="2601"/>
                    <a:pt x="490" y="2665"/>
                    <a:pt x="409" y="2693"/>
                  </a:cubicBezTo>
                  <a:lnTo>
                    <a:pt x="168" y="2803"/>
                  </a:lnTo>
                  <a:cubicBezTo>
                    <a:pt x="81" y="2837"/>
                    <a:pt x="18" y="2924"/>
                    <a:pt x="6" y="3027"/>
                  </a:cubicBezTo>
                  <a:cubicBezTo>
                    <a:pt x="1" y="3102"/>
                    <a:pt x="1" y="3171"/>
                    <a:pt x="1" y="3246"/>
                  </a:cubicBezTo>
                  <a:cubicBezTo>
                    <a:pt x="1" y="3315"/>
                    <a:pt x="1" y="3390"/>
                    <a:pt x="6" y="3459"/>
                  </a:cubicBezTo>
                  <a:cubicBezTo>
                    <a:pt x="18" y="3557"/>
                    <a:pt x="75" y="3637"/>
                    <a:pt x="168" y="3683"/>
                  </a:cubicBezTo>
                  <a:lnTo>
                    <a:pt x="409" y="3793"/>
                  </a:lnTo>
                  <a:cubicBezTo>
                    <a:pt x="484" y="3821"/>
                    <a:pt x="542" y="3885"/>
                    <a:pt x="565" y="3965"/>
                  </a:cubicBezTo>
                  <a:lnTo>
                    <a:pt x="565" y="3965"/>
                  </a:lnTo>
                  <a:cubicBezTo>
                    <a:pt x="582" y="4040"/>
                    <a:pt x="570" y="4121"/>
                    <a:pt x="519" y="4184"/>
                  </a:cubicBezTo>
                  <a:lnTo>
                    <a:pt x="363" y="4403"/>
                  </a:lnTo>
                  <a:cubicBezTo>
                    <a:pt x="306" y="4483"/>
                    <a:pt x="288" y="4587"/>
                    <a:pt x="340" y="4673"/>
                  </a:cubicBezTo>
                  <a:cubicBezTo>
                    <a:pt x="404" y="4805"/>
                    <a:pt x="478" y="4926"/>
                    <a:pt x="547" y="5041"/>
                  </a:cubicBezTo>
                  <a:cubicBezTo>
                    <a:pt x="605" y="5122"/>
                    <a:pt x="697" y="5174"/>
                    <a:pt x="801" y="5156"/>
                  </a:cubicBezTo>
                  <a:lnTo>
                    <a:pt x="1065" y="5128"/>
                  </a:lnTo>
                  <a:cubicBezTo>
                    <a:pt x="1146" y="5122"/>
                    <a:pt x="1226" y="5151"/>
                    <a:pt x="1284" y="5208"/>
                  </a:cubicBezTo>
                  <a:lnTo>
                    <a:pt x="1284" y="5208"/>
                  </a:lnTo>
                  <a:cubicBezTo>
                    <a:pt x="1342" y="5266"/>
                    <a:pt x="1370" y="5346"/>
                    <a:pt x="1359" y="5421"/>
                  </a:cubicBezTo>
                  <a:lnTo>
                    <a:pt x="1330" y="5692"/>
                  </a:lnTo>
                  <a:cubicBezTo>
                    <a:pt x="1319" y="5789"/>
                    <a:pt x="1370" y="5882"/>
                    <a:pt x="1445" y="5939"/>
                  </a:cubicBezTo>
                  <a:cubicBezTo>
                    <a:pt x="1560" y="6020"/>
                    <a:pt x="1687" y="6094"/>
                    <a:pt x="1813" y="6152"/>
                  </a:cubicBezTo>
                  <a:cubicBezTo>
                    <a:pt x="1900" y="6192"/>
                    <a:pt x="2009" y="6187"/>
                    <a:pt x="2090" y="6129"/>
                  </a:cubicBezTo>
                  <a:lnTo>
                    <a:pt x="2303" y="5968"/>
                  </a:lnTo>
                  <a:cubicBezTo>
                    <a:pt x="2366" y="5922"/>
                    <a:pt x="2446" y="5905"/>
                    <a:pt x="2527" y="5928"/>
                  </a:cubicBezTo>
                  <a:lnTo>
                    <a:pt x="2527" y="5928"/>
                  </a:lnTo>
                  <a:cubicBezTo>
                    <a:pt x="2608" y="5951"/>
                    <a:pt x="2671" y="5997"/>
                    <a:pt x="2700" y="6077"/>
                  </a:cubicBezTo>
                  <a:lnTo>
                    <a:pt x="2809" y="6325"/>
                  </a:lnTo>
                  <a:cubicBezTo>
                    <a:pt x="2844" y="6411"/>
                    <a:pt x="2930" y="6474"/>
                    <a:pt x="3028" y="6480"/>
                  </a:cubicBezTo>
                  <a:cubicBezTo>
                    <a:pt x="3103" y="6486"/>
                    <a:pt x="3172" y="6486"/>
                    <a:pt x="3246" y="6486"/>
                  </a:cubicBezTo>
                  <a:cubicBezTo>
                    <a:pt x="3315" y="6486"/>
                    <a:pt x="3390" y="6486"/>
                    <a:pt x="3459" y="6480"/>
                  </a:cubicBezTo>
                  <a:cubicBezTo>
                    <a:pt x="3563" y="6474"/>
                    <a:pt x="3643" y="6417"/>
                    <a:pt x="3684" y="6325"/>
                  </a:cubicBezTo>
                  <a:lnTo>
                    <a:pt x="3793" y="6077"/>
                  </a:lnTo>
                  <a:cubicBezTo>
                    <a:pt x="3822" y="6008"/>
                    <a:pt x="3885" y="5951"/>
                    <a:pt x="3966" y="5928"/>
                  </a:cubicBezTo>
                  <a:lnTo>
                    <a:pt x="3966" y="5928"/>
                  </a:lnTo>
                  <a:cubicBezTo>
                    <a:pt x="4046" y="5905"/>
                    <a:pt x="4121" y="5922"/>
                    <a:pt x="4190" y="5968"/>
                  </a:cubicBezTo>
                  <a:lnTo>
                    <a:pt x="4403" y="6129"/>
                  </a:lnTo>
                  <a:cubicBezTo>
                    <a:pt x="4484" y="6187"/>
                    <a:pt x="4593" y="6198"/>
                    <a:pt x="4679" y="6152"/>
                  </a:cubicBezTo>
                  <a:cubicBezTo>
                    <a:pt x="4806" y="6083"/>
                    <a:pt x="4927" y="6014"/>
                    <a:pt x="5048" y="5939"/>
                  </a:cubicBezTo>
                  <a:cubicBezTo>
                    <a:pt x="5122" y="5882"/>
                    <a:pt x="5174" y="5789"/>
                    <a:pt x="5163" y="5692"/>
                  </a:cubicBezTo>
                  <a:lnTo>
                    <a:pt x="5134" y="5421"/>
                  </a:lnTo>
                  <a:cubicBezTo>
                    <a:pt x="5122" y="5346"/>
                    <a:pt x="5151" y="5266"/>
                    <a:pt x="5209" y="5208"/>
                  </a:cubicBezTo>
                  <a:lnTo>
                    <a:pt x="5209" y="5208"/>
                  </a:lnTo>
                  <a:cubicBezTo>
                    <a:pt x="5266" y="5151"/>
                    <a:pt x="5347" y="5122"/>
                    <a:pt x="5427" y="5128"/>
                  </a:cubicBezTo>
                  <a:lnTo>
                    <a:pt x="5692" y="5156"/>
                  </a:lnTo>
                  <a:cubicBezTo>
                    <a:pt x="5796" y="5174"/>
                    <a:pt x="5888" y="5122"/>
                    <a:pt x="5945" y="5041"/>
                  </a:cubicBezTo>
                  <a:cubicBezTo>
                    <a:pt x="6026" y="4926"/>
                    <a:pt x="6095" y="4805"/>
                    <a:pt x="6153" y="4673"/>
                  </a:cubicBezTo>
                  <a:cubicBezTo>
                    <a:pt x="6199" y="4587"/>
                    <a:pt x="6187" y="4483"/>
                    <a:pt x="6130" y="4403"/>
                  </a:cubicBezTo>
                  <a:lnTo>
                    <a:pt x="5974" y="4184"/>
                  </a:lnTo>
                  <a:cubicBezTo>
                    <a:pt x="5922" y="4121"/>
                    <a:pt x="5911" y="4040"/>
                    <a:pt x="5928" y="3965"/>
                  </a:cubicBezTo>
                  <a:lnTo>
                    <a:pt x="5928" y="3965"/>
                  </a:lnTo>
                  <a:cubicBezTo>
                    <a:pt x="5951" y="3885"/>
                    <a:pt x="6003" y="3821"/>
                    <a:pt x="6084" y="3793"/>
                  </a:cubicBezTo>
                  <a:lnTo>
                    <a:pt x="6325" y="3683"/>
                  </a:lnTo>
                  <a:cubicBezTo>
                    <a:pt x="6412" y="3649"/>
                    <a:pt x="6475" y="3562"/>
                    <a:pt x="6486" y="3459"/>
                  </a:cubicBezTo>
                  <a:cubicBezTo>
                    <a:pt x="6492" y="3390"/>
                    <a:pt x="6492" y="3315"/>
                    <a:pt x="6492" y="3246"/>
                  </a:cubicBezTo>
                  <a:cubicBezTo>
                    <a:pt x="6492" y="3171"/>
                    <a:pt x="6486" y="3102"/>
                    <a:pt x="6486" y="3027"/>
                  </a:cubicBezTo>
                  <a:close/>
                  <a:moveTo>
                    <a:pt x="3246" y="4368"/>
                  </a:moveTo>
                  <a:cubicBezTo>
                    <a:pt x="2625" y="4368"/>
                    <a:pt x="2124" y="3862"/>
                    <a:pt x="2124" y="3246"/>
                  </a:cubicBezTo>
                  <a:cubicBezTo>
                    <a:pt x="2124" y="2624"/>
                    <a:pt x="2625" y="2124"/>
                    <a:pt x="3246" y="2124"/>
                  </a:cubicBezTo>
                  <a:cubicBezTo>
                    <a:pt x="3868" y="2124"/>
                    <a:pt x="4369" y="2624"/>
                    <a:pt x="4369" y="3246"/>
                  </a:cubicBezTo>
                  <a:cubicBezTo>
                    <a:pt x="4369" y="3862"/>
                    <a:pt x="3868" y="4368"/>
                    <a:pt x="3246" y="4368"/>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6">
              <a:extLst>
                <a:ext uri="{FF2B5EF4-FFF2-40B4-BE49-F238E27FC236}">
                  <a16:creationId xmlns:a16="http://schemas.microsoft.com/office/drawing/2014/main" id="{9BB4FAED-DD4A-FED3-ADED-5FBB8791894B}"/>
                </a:ext>
              </a:extLst>
            </p:cNvPr>
            <p:cNvSpPr/>
            <p:nvPr/>
          </p:nvSpPr>
          <p:spPr>
            <a:xfrm>
              <a:off x="5504532" y="4432120"/>
              <a:ext cx="3102092" cy="126184"/>
            </a:xfrm>
            <a:custGeom>
              <a:avLst/>
              <a:gdLst/>
              <a:ahLst/>
              <a:cxnLst/>
              <a:rect l="l" t="t" r="r" b="b"/>
              <a:pathLst>
                <a:path w="48848" h="1987" extrusionOk="0">
                  <a:moveTo>
                    <a:pt x="48848" y="996"/>
                  </a:moveTo>
                  <a:cubicBezTo>
                    <a:pt x="48848" y="1543"/>
                    <a:pt x="37914" y="1986"/>
                    <a:pt x="24424" y="1986"/>
                  </a:cubicBezTo>
                  <a:cubicBezTo>
                    <a:pt x="10935" y="1986"/>
                    <a:pt x="1" y="1543"/>
                    <a:pt x="1" y="996"/>
                  </a:cubicBezTo>
                  <a:cubicBezTo>
                    <a:pt x="1" y="450"/>
                    <a:pt x="10935" y="1"/>
                    <a:pt x="24424" y="1"/>
                  </a:cubicBezTo>
                  <a:cubicBezTo>
                    <a:pt x="37914" y="1"/>
                    <a:pt x="48848" y="450"/>
                    <a:pt x="48848" y="996"/>
                  </a:cubicBezTo>
                  <a:close/>
                </a:path>
              </a:pathLst>
            </a:custGeom>
            <a:solidFill>
              <a:srgbClr val="134F5C">
                <a:alpha val="327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2" name="Google Shape;472;p36">
              <a:extLst>
                <a:ext uri="{FF2B5EF4-FFF2-40B4-BE49-F238E27FC236}">
                  <a16:creationId xmlns:a16="http://schemas.microsoft.com/office/drawing/2014/main" id="{36290F31-51AF-1C6E-6E1E-8E1955389DDC}"/>
                </a:ext>
              </a:extLst>
            </p:cNvPr>
            <p:cNvGrpSpPr/>
            <p:nvPr/>
          </p:nvGrpSpPr>
          <p:grpSpPr>
            <a:xfrm>
              <a:off x="5836805" y="2286450"/>
              <a:ext cx="2491776" cy="2195831"/>
              <a:chOff x="5450286" y="1617112"/>
              <a:chExt cx="3026938" cy="2667433"/>
            </a:xfrm>
          </p:grpSpPr>
          <p:sp>
            <p:nvSpPr>
              <p:cNvPr id="473" name="Google Shape;473;p36">
                <a:extLst>
                  <a:ext uri="{FF2B5EF4-FFF2-40B4-BE49-F238E27FC236}">
                    <a16:creationId xmlns:a16="http://schemas.microsoft.com/office/drawing/2014/main" id="{951D5D69-6D75-E98B-4490-5E18BDEDD5AB}"/>
                  </a:ext>
                </a:extLst>
              </p:cNvPr>
              <p:cNvSpPr/>
              <p:nvPr/>
            </p:nvSpPr>
            <p:spPr>
              <a:xfrm>
                <a:off x="6264500" y="3865802"/>
                <a:ext cx="1398099" cy="418743"/>
              </a:xfrm>
              <a:custGeom>
                <a:avLst/>
                <a:gdLst/>
                <a:ahLst/>
                <a:cxnLst/>
                <a:rect l="l" t="t" r="r" b="b"/>
                <a:pathLst>
                  <a:path w="18123" h="5428" extrusionOk="0">
                    <a:moveTo>
                      <a:pt x="14836" y="2838"/>
                    </a:moveTo>
                    <a:cubicBezTo>
                      <a:pt x="14652" y="2130"/>
                      <a:pt x="14255" y="0"/>
                      <a:pt x="14255" y="0"/>
                    </a:cubicBezTo>
                    <a:lnTo>
                      <a:pt x="3868" y="0"/>
                    </a:lnTo>
                    <a:cubicBezTo>
                      <a:pt x="3868" y="0"/>
                      <a:pt x="3476" y="2130"/>
                      <a:pt x="3286" y="2838"/>
                    </a:cubicBezTo>
                    <a:cubicBezTo>
                      <a:pt x="3004" y="3896"/>
                      <a:pt x="1819" y="4616"/>
                      <a:pt x="541" y="4616"/>
                    </a:cubicBezTo>
                    <a:lnTo>
                      <a:pt x="541" y="4616"/>
                    </a:lnTo>
                    <a:cubicBezTo>
                      <a:pt x="242" y="4616"/>
                      <a:pt x="0" y="4817"/>
                      <a:pt x="0" y="5065"/>
                    </a:cubicBezTo>
                    <a:lnTo>
                      <a:pt x="0" y="5427"/>
                    </a:lnTo>
                    <a:lnTo>
                      <a:pt x="18122" y="5427"/>
                    </a:lnTo>
                    <a:lnTo>
                      <a:pt x="18122" y="5065"/>
                    </a:lnTo>
                    <a:cubicBezTo>
                      <a:pt x="18122" y="4817"/>
                      <a:pt x="17881" y="4616"/>
                      <a:pt x="17581" y="4616"/>
                    </a:cubicBezTo>
                    <a:lnTo>
                      <a:pt x="17581" y="4616"/>
                    </a:lnTo>
                    <a:cubicBezTo>
                      <a:pt x="16310" y="4616"/>
                      <a:pt x="15118" y="3896"/>
                      <a:pt x="14836" y="28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6">
                <a:extLst>
                  <a:ext uri="{FF2B5EF4-FFF2-40B4-BE49-F238E27FC236}">
                    <a16:creationId xmlns:a16="http://schemas.microsoft.com/office/drawing/2014/main" id="{764B7857-A26D-8513-80BB-A4117C328974}"/>
                  </a:ext>
                </a:extLst>
              </p:cNvPr>
              <p:cNvSpPr/>
              <p:nvPr/>
            </p:nvSpPr>
            <p:spPr>
              <a:xfrm>
                <a:off x="5450286" y="1617112"/>
                <a:ext cx="3026938" cy="2265594"/>
              </a:xfrm>
              <a:custGeom>
                <a:avLst/>
                <a:gdLst/>
                <a:ahLst/>
                <a:cxnLst/>
                <a:rect l="l" t="t" r="r" b="b"/>
                <a:pathLst>
                  <a:path w="39237" h="29368" extrusionOk="0">
                    <a:moveTo>
                      <a:pt x="38477" y="29367"/>
                    </a:moveTo>
                    <a:lnTo>
                      <a:pt x="754" y="29367"/>
                    </a:lnTo>
                    <a:cubicBezTo>
                      <a:pt x="340" y="29367"/>
                      <a:pt x="0" y="29028"/>
                      <a:pt x="0" y="28613"/>
                    </a:cubicBezTo>
                    <a:lnTo>
                      <a:pt x="0" y="760"/>
                    </a:lnTo>
                    <a:cubicBezTo>
                      <a:pt x="0" y="340"/>
                      <a:pt x="340" y="0"/>
                      <a:pt x="754" y="0"/>
                    </a:cubicBezTo>
                    <a:lnTo>
                      <a:pt x="38477" y="0"/>
                    </a:lnTo>
                    <a:cubicBezTo>
                      <a:pt x="38897" y="0"/>
                      <a:pt x="39236" y="340"/>
                      <a:pt x="39236" y="760"/>
                    </a:cubicBezTo>
                    <a:lnTo>
                      <a:pt x="39236" y="28613"/>
                    </a:lnTo>
                    <a:cubicBezTo>
                      <a:pt x="39236" y="29028"/>
                      <a:pt x="38897" y="29367"/>
                      <a:pt x="38477" y="2936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6">
                <a:extLst>
                  <a:ext uri="{FF2B5EF4-FFF2-40B4-BE49-F238E27FC236}">
                    <a16:creationId xmlns:a16="http://schemas.microsoft.com/office/drawing/2014/main" id="{410C8629-88E4-E11B-ACE9-651F598760C3}"/>
                  </a:ext>
                </a:extLst>
              </p:cNvPr>
              <p:cNvSpPr/>
              <p:nvPr/>
            </p:nvSpPr>
            <p:spPr>
              <a:xfrm>
                <a:off x="5450286" y="1617112"/>
                <a:ext cx="3026938" cy="2039174"/>
              </a:xfrm>
              <a:custGeom>
                <a:avLst/>
                <a:gdLst/>
                <a:ahLst/>
                <a:cxnLst/>
                <a:rect l="l" t="t" r="r" b="b"/>
                <a:pathLst>
                  <a:path w="39237" h="26433" extrusionOk="0">
                    <a:moveTo>
                      <a:pt x="39236" y="26432"/>
                    </a:moveTo>
                    <a:lnTo>
                      <a:pt x="39236" y="1238"/>
                    </a:lnTo>
                    <a:cubicBezTo>
                      <a:pt x="39236" y="559"/>
                      <a:pt x="38678" y="0"/>
                      <a:pt x="37999" y="0"/>
                    </a:cubicBezTo>
                    <a:lnTo>
                      <a:pt x="1237" y="0"/>
                    </a:lnTo>
                    <a:cubicBezTo>
                      <a:pt x="553" y="0"/>
                      <a:pt x="0" y="559"/>
                      <a:pt x="0" y="1238"/>
                    </a:cubicBezTo>
                    <a:lnTo>
                      <a:pt x="0" y="2643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6">
                <a:extLst>
                  <a:ext uri="{FF2B5EF4-FFF2-40B4-BE49-F238E27FC236}">
                    <a16:creationId xmlns:a16="http://schemas.microsoft.com/office/drawing/2014/main" id="{3A852585-12CB-CAC2-CCB8-57E797504D1B}"/>
                  </a:ext>
                </a:extLst>
              </p:cNvPr>
              <p:cNvSpPr/>
              <p:nvPr/>
            </p:nvSpPr>
            <p:spPr>
              <a:xfrm>
                <a:off x="5563461" y="1742322"/>
                <a:ext cx="2799669" cy="1789224"/>
              </a:xfrm>
              <a:custGeom>
                <a:avLst/>
                <a:gdLst/>
                <a:ahLst/>
                <a:cxnLst/>
                <a:rect l="l" t="t" r="r" b="b"/>
                <a:pathLst>
                  <a:path w="36291" h="23193" extrusionOk="0">
                    <a:moveTo>
                      <a:pt x="1" y="0"/>
                    </a:moveTo>
                    <a:lnTo>
                      <a:pt x="36290" y="0"/>
                    </a:lnTo>
                    <a:lnTo>
                      <a:pt x="36290" y="23192"/>
                    </a:lnTo>
                    <a:lnTo>
                      <a:pt x="1" y="23192"/>
                    </a:ln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6">
                <a:extLst>
                  <a:ext uri="{FF2B5EF4-FFF2-40B4-BE49-F238E27FC236}">
                    <a16:creationId xmlns:a16="http://schemas.microsoft.com/office/drawing/2014/main" id="{E82F5A1F-ED1A-7B49-15BF-EE5579EA2369}"/>
                  </a:ext>
                </a:extLst>
              </p:cNvPr>
              <p:cNvSpPr/>
              <p:nvPr/>
            </p:nvSpPr>
            <p:spPr>
              <a:xfrm>
                <a:off x="5572333" y="1751194"/>
                <a:ext cx="2781926" cy="1771403"/>
              </a:xfrm>
              <a:custGeom>
                <a:avLst/>
                <a:gdLst/>
                <a:ahLst/>
                <a:cxnLst/>
                <a:rect l="l" t="t" r="r" b="b"/>
                <a:pathLst>
                  <a:path w="36061" h="22962" extrusionOk="0">
                    <a:moveTo>
                      <a:pt x="1" y="22962"/>
                    </a:moveTo>
                    <a:lnTo>
                      <a:pt x="1" y="0"/>
                    </a:lnTo>
                    <a:lnTo>
                      <a:pt x="36060" y="0"/>
                    </a:lnTo>
                    <a:lnTo>
                      <a:pt x="36060" y="22962"/>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8" name="Google Shape;478;p36">
              <a:extLst>
                <a:ext uri="{FF2B5EF4-FFF2-40B4-BE49-F238E27FC236}">
                  <a16:creationId xmlns:a16="http://schemas.microsoft.com/office/drawing/2014/main" id="{CF501C5F-6122-6BE9-ABF4-E20DA5934368}"/>
                </a:ext>
              </a:extLst>
            </p:cNvPr>
            <p:cNvGrpSpPr/>
            <p:nvPr/>
          </p:nvGrpSpPr>
          <p:grpSpPr>
            <a:xfrm>
              <a:off x="6080934" y="2562938"/>
              <a:ext cx="588467" cy="576350"/>
              <a:chOff x="5608702" y="2132055"/>
              <a:chExt cx="956079" cy="936392"/>
            </a:xfrm>
          </p:grpSpPr>
          <p:grpSp>
            <p:nvGrpSpPr>
              <p:cNvPr id="479" name="Google Shape;479;p36">
                <a:extLst>
                  <a:ext uri="{FF2B5EF4-FFF2-40B4-BE49-F238E27FC236}">
                    <a16:creationId xmlns:a16="http://schemas.microsoft.com/office/drawing/2014/main" id="{161B5B6B-088B-668C-CB21-CE85F6B97ED3}"/>
                  </a:ext>
                </a:extLst>
              </p:cNvPr>
              <p:cNvGrpSpPr/>
              <p:nvPr/>
            </p:nvGrpSpPr>
            <p:grpSpPr>
              <a:xfrm>
                <a:off x="5608702" y="2132055"/>
                <a:ext cx="956079" cy="936392"/>
                <a:chOff x="5194542" y="1480793"/>
                <a:chExt cx="1161418" cy="1137503"/>
              </a:xfrm>
            </p:grpSpPr>
            <p:sp>
              <p:nvSpPr>
                <p:cNvPr id="480" name="Google Shape;480;p36">
                  <a:extLst>
                    <a:ext uri="{FF2B5EF4-FFF2-40B4-BE49-F238E27FC236}">
                      <a16:creationId xmlns:a16="http://schemas.microsoft.com/office/drawing/2014/main" id="{61AA2B32-370A-CF86-B35D-FF1F0A0C53CA}"/>
                    </a:ext>
                  </a:extLst>
                </p:cNvPr>
                <p:cNvSpPr/>
                <p:nvPr/>
              </p:nvSpPr>
              <p:spPr>
                <a:xfrm>
                  <a:off x="5194542" y="1480793"/>
                  <a:ext cx="1161418" cy="1137503"/>
                </a:xfrm>
                <a:custGeom>
                  <a:avLst/>
                  <a:gdLst/>
                  <a:ahLst/>
                  <a:cxnLst/>
                  <a:rect l="l" t="t" r="r" b="b"/>
                  <a:pathLst>
                    <a:path w="15055" h="14745" extrusionOk="0">
                      <a:moveTo>
                        <a:pt x="13806" y="14744"/>
                      </a:moveTo>
                      <a:cubicBezTo>
                        <a:pt x="13697" y="14744"/>
                        <a:pt x="13593" y="14733"/>
                        <a:pt x="13495" y="14704"/>
                      </a:cubicBezTo>
                      <a:lnTo>
                        <a:pt x="10451" y="13870"/>
                      </a:lnTo>
                      <a:cubicBezTo>
                        <a:pt x="9473" y="14342"/>
                        <a:pt x="8379" y="14589"/>
                        <a:pt x="7292" y="14589"/>
                      </a:cubicBezTo>
                      <a:cubicBezTo>
                        <a:pt x="3275" y="14589"/>
                        <a:pt x="0" y="11315"/>
                        <a:pt x="0" y="7292"/>
                      </a:cubicBezTo>
                      <a:cubicBezTo>
                        <a:pt x="0" y="3269"/>
                        <a:pt x="3275" y="1"/>
                        <a:pt x="7292" y="1"/>
                      </a:cubicBezTo>
                      <a:cubicBezTo>
                        <a:pt x="11314" y="1"/>
                        <a:pt x="14589" y="3275"/>
                        <a:pt x="14589" y="7292"/>
                      </a:cubicBezTo>
                      <a:cubicBezTo>
                        <a:pt x="14589" y="8437"/>
                        <a:pt x="14313" y="9577"/>
                        <a:pt x="13806" y="10589"/>
                      </a:cubicBezTo>
                      <a:lnTo>
                        <a:pt x="14882" y="13122"/>
                      </a:lnTo>
                      <a:cubicBezTo>
                        <a:pt x="15055" y="13530"/>
                        <a:pt x="14986" y="14014"/>
                        <a:pt x="14687" y="14353"/>
                      </a:cubicBezTo>
                      <a:cubicBezTo>
                        <a:pt x="14456" y="14601"/>
                        <a:pt x="14140" y="14744"/>
                        <a:pt x="13806" y="14744"/>
                      </a:cubicBezTo>
                      <a:close/>
                      <a:moveTo>
                        <a:pt x="10445" y="13749"/>
                      </a:moveTo>
                      <a:lnTo>
                        <a:pt x="13524" y="14595"/>
                      </a:lnTo>
                      <a:cubicBezTo>
                        <a:pt x="13616" y="14624"/>
                        <a:pt x="13708" y="14629"/>
                        <a:pt x="13806" y="14629"/>
                      </a:cubicBezTo>
                      <a:cubicBezTo>
                        <a:pt x="14105" y="14629"/>
                        <a:pt x="14399" y="14503"/>
                        <a:pt x="14600" y="14273"/>
                      </a:cubicBezTo>
                      <a:cubicBezTo>
                        <a:pt x="14871" y="13968"/>
                        <a:pt x="14940" y="13530"/>
                        <a:pt x="14784" y="13156"/>
                      </a:cubicBezTo>
                      <a:lnTo>
                        <a:pt x="13680" y="10572"/>
                      </a:lnTo>
                      <a:lnTo>
                        <a:pt x="13697" y="10555"/>
                      </a:lnTo>
                      <a:cubicBezTo>
                        <a:pt x="14209" y="9548"/>
                        <a:pt x="14479" y="8414"/>
                        <a:pt x="14479" y="7286"/>
                      </a:cubicBezTo>
                      <a:cubicBezTo>
                        <a:pt x="14479" y="3333"/>
                        <a:pt x="11257" y="110"/>
                        <a:pt x="7297" y="110"/>
                      </a:cubicBezTo>
                      <a:cubicBezTo>
                        <a:pt x="3344" y="110"/>
                        <a:pt x="121" y="3333"/>
                        <a:pt x="121" y="7286"/>
                      </a:cubicBezTo>
                      <a:cubicBezTo>
                        <a:pt x="121" y="11245"/>
                        <a:pt x="3344" y="14468"/>
                        <a:pt x="7297" y="14468"/>
                      </a:cubicBezTo>
                      <a:cubicBezTo>
                        <a:pt x="8379" y="14468"/>
                        <a:pt x="9455" y="14215"/>
                        <a:pt x="10428" y="13749"/>
                      </a:cubicBezTo>
                      <a:close/>
                    </a:path>
                  </a:pathLst>
                </a:custGeom>
                <a:solidFill>
                  <a:schemeClr val="lt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6">
                  <a:extLst>
                    <a:ext uri="{FF2B5EF4-FFF2-40B4-BE49-F238E27FC236}">
                      <a16:creationId xmlns:a16="http://schemas.microsoft.com/office/drawing/2014/main" id="{E2C08FAA-4DFF-CD1C-3AA1-8A1CBB37636A}"/>
                    </a:ext>
                  </a:extLst>
                </p:cNvPr>
                <p:cNvSpPr/>
                <p:nvPr/>
              </p:nvSpPr>
              <p:spPr>
                <a:xfrm>
                  <a:off x="5285576" y="1571827"/>
                  <a:ext cx="974110" cy="956752"/>
                </a:xfrm>
                <a:custGeom>
                  <a:avLst/>
                  <a:gdLst/>
                  <a:ahLst/>
                  <a:cxnLst/>
                  <a:rect l="l" t="t" r="r" b="b"/>
                  <a:pathLst>
                    <a:path w="12627" h="12402" extrusionOk="0">
                      <a:moveTo>
                        <a:pt x="12626" y="12402"/>
                      </a:moveTo>
                      <a:lnTo>
                        <a:pt x="11320" y="9346"/>
                      </a:lnTo>
                      <a:cubicBezTo>
                        <a:pt x="11907" y="8408"/>
                        <a:pt x="12241" y="7303"/>
                        <a:pt x="12241" y="6123"/>
                      </a:cubicBezTo>
                      <a:cubicBezTo>
                        <a:pt x="12241" y="2740"/>
                        <a:pt x="9501" y="0"/>
                        <a:pt x="6123" y="0"/>
                      </a:cubicBezTo>
                      <a:cubicBezTo>
                        <a:pt x="2739" y="0"/>
                        <a:pt x="0" y="2740"/>
                        <a:pt x="0" y="6123"/>
                      </a:cubicBezTo>
                      <a:cubicBezTo>
                        <a:pt x="0" y="9502"/>
                        <a:pt x="2739" y="12241"/>
                        <a:pt x="6123" y="12241"/>
                      </a:cubicBezTo>
                      <a:cubicBezTo>
                        <a:pt x="7222" y="12241"/>
                        <a:pt x="8258" y="11947"/>
                        <a:pt x="9150" y="1144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2" name="Google Shape;482;p36">
                <a:extLst>
                  <a:ext uri="{FF2B5EF4-FFF2-40B4-BE49-F238E27FC236}">
                    <a16:creationId xmlns:a16="http://schemas.microsoft.com/office/drawing/2014/main" id="{BD048FE8-C4D5-9D5A-22C9-16D2A5998AA2}"/>
                  </a:ext>
                </a:extLst>
              </p:cNvPr>
              <p:cNvSpPr/>
              <p:nvPr/>
            </p:nvSpPr>
            <p:spPr>
              <a:xfrm>
                <a:off x="5863051" y="2445274"/>
                <a:ext cx="400272" cy="322732"/>
              </a:xfrm>
              <a:custGeom>
                <a:avLst/>
                <a:gdLst/>
                <a:ahLst/>
                <a:cxnLst/>
                <a:rect l="l" t="t" r="r" b="b"/>
                <a:pathLst>
                  <a:path w="6303" h="5082" extrusionOk="0">
                    <a:moveTo>
                      <a:pt x="4489" y="0"/>
                    </a:moveTo>
                    <a:lnTo>
                      <a:pt x="5232" y="0"/>
                    </a:lnTo>
                    <a:cubicBezTo>
                      <a:pt x="5819" y="0"/>
                      <a:pt x="6302" y="484"/>
                      <a:pt x="6302" y="1077"/>
                    </a:cubicBezTo>
                    <a:lnTo>
                      <a:pt x="6302" y="2889"/>
                    </a:lnTo>
                    <a:lnTo>
                      <a:pt x="6302" y="2901"/>
                    </a:lnTo>
                    <a:cubicBezTo>
                      <a:pt x="6302" y="4104"/>
                      <a:pt x="5330" y="5076"/>
                      <a:pt x="4133" y="5076"/>
                    </a:cubicBezTo>
                    <a:lnTo>
                      <a:pt x="3425" y="5076"/>
                    </a:lnTo>
                    <a:lnTo>
                      <a:pt x="3425" y="4104"/>
                    </a:lnTo>
                    <a:cubicBezTo>
                      <a:pt x="4196" y="4104"/>
                      <a:pt x="4432" y="3425"/>
                      <a:pt x="4495" y="2878"/>
                    </a:cubicBezTo>
                    <a:lnTo>
                      <a:pt x="4495" y="2878"/>
                    </a:lnTo>
                    <a:cubicBezTo>
                      <a:pt x="3908" y="2878"/>
                      <a:pt x="3425" y="2400"/>
                      <a:pt x="3425" y="1807"/>
                    </a:cubicBezTo>
                    <a:lnTo>
                      <a:pt x="3425" y="1077"/>
                    </a:lnTo>
                    <a:cubicBezTo>
                      <a:pt x="3419" y="484"/>
                      <a:pt x="3902" y="0"/>
                      <a:pt x="4489" y="0"/>
                    </a:cubicBezTo>
                    <a:close/>
                    <a:moveTo>
                      <a:pt x="1077" y="2889"/>
                    </a:moveTo>
                    <a:lnTo>
                      <a:pt x="1077" y="2889"/>
                    </a:lnTo>
                    <a:cubicBezTo>
                      <a:pt x="1014" y="3436"/>
                      <a:pt x="778" y="4109"/>
                      <a:pt x="6" y="4109"/>
                    </a:cubicBezTo>
                    <a:lnTo>
                      <a:pt x="6" y="5082"/>
                    </a:lnTo>
                    <a:lnTo>
                      <a:pt x="714" y="5082"/>
                    </a:lnTo>
                    <a:cubicBezTo>
                      <a:pt x="1917" y="5082"/>
                      <a:pt x="2884" y="4109"/>
                      <a:pt x="2884" y="2907"/>
                    </a:cubicBezTo>
                    <a:lnTo>
                      <a:pt x="2884" y="2895"/>
                    </a:lnTo>
                    <a:lnTo>
                      <a:pt x="2884" y="1077"/>
                    </a:lnTo>
                    <a:cubicBezTo>
                      <a:pt x="2884" y="484"/>
                      <a:pt x="2406" y="0"/>
                      <a:pt x="1813" y="0"/>
                    </a:cubicBezTo>
                    <a:lnTo>
                      <a:pt x="1071" y="0"/>
                    </a:lnTo>
                    <a:cubicBezTo>
                      <a:pt x="484" y="0"/>
                      <a:pt x="1" y="484"/>
                      <a:pt x="1" y="1077"/>
                    </a:cubicBezTo>
                    <a:lnTo>
                      <a:pt x="1" y="1813"/>
                    </a:lnTo>
                    <a:cubicBezTo>
                      <a:pt x="6" y="2406"/>
                      <a:pt x="490" y="2889"/>
                      <a:pt x="1077" y="288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 name="Google Shape;483;p36">
              <a:extLst>
                <a:ext uri="{FF2B5EF4-FFF2-40B4-BE49-F238E27FC236}">
                  <a16:creationId xmlns:a16="http://schemas.microsoft.com/office/drawing/2014/main" id="{5D071DC9-DD3E-608E-23D3-A5229637E9C4}"/>
                </a:ext>
              </a:extLst>
            </p:cNvPr>
            <p:cNvGrpSpPr/>
            <p:nvPr/>
          </p:nvGrpSpPr>
          <p:grpSpPr>
            <a:xfrm>
              <a:off x="6420935" y="3158641"/>
              <a:ext cx="655117" cy="641505"/>
              <a:chOff x="6224520" y="2766314"/>
              <a:chExt cx="953591" cy="933778"/>
            </a:xfrm>
          </p:grpSpPr>
          <p:sp>
            <p:nvSpPr>
              <p:cNvPr id="484" name="Google Shape;484;p36">
                <a:extLst>
                  <a:ext uri="{FF2B5EF4-FFF2-40B4-BE49-F238E27FC236}">
                    <a16:creationId xmlns:a16="http://schemas.microsoft.com/office/drawing/2014/main" id="{053F1F44-3156-1EFC-CDF7-A2A4CBCE5F9C}"/>
                  </a:ext>
                </a:extLst>
              </p:cNvPr>
              <p:cNvSpPr/>
              <p:nvPr/>
            </p:nvSpPr>
            <p:spPr>
              <a:xfrm>
                <a:off x="6224520" y="2766314"/>
                <a:ext cx="953591" cy="933778"/>
              </a:xfrm>
              <a:custGeom>
                <a:avLst/>
                <a:gdLst/>
                <a:ahLst/>
                <a:cxnLst/>
                <a:rect l="l" t="t" r="r" b="b"/>
                <a:pathLst>
                  <a:path w="15016" h="14704" extrusionOk="0">
                    <a:moveTo>
                      <a:pt x="369" y="14301"/>
                    </a:moveTo>
                    <a:cubicBezTo>
                      <a:pt x="76" y="13962"/>
                      <a:pt x="1" y="13490"/>
                      <a:pt x="174" y="13075"/>
                    </a:cubicBezTo>
                    <a:lnTo>
                      <a:pt x="1255" y="10549"/>
                    </a:lnTo>
                    <a:cubicBezTo>
                      <a:pt x="743" y="9536"/>
                      <a:pt x="473" y="8408"/>
                      <a:pt x="473" y="7269"/>
                    </a:cubicBezTo>
                    <a:cubicBezTo>
                      <a:pt x="473" y="3263"/>
                      <a:pt x="3730" y="0"/>
                      <a:pt x="7741" y="0"/>
                    </a:cubicBezTo>
                    <a:cubicBezTo>
                      <a:pt x="11758" y="0"/>
                      <a:pt x="15015" y="3258"/>
                      <a:pt x="15015" y="7269"/>
                    </a:cubicBezTo>
                    <a:cubicBezTo>
                      <a:pt x="15015" y="11280"/>
                      <a:pt x="11758" y="14543"/>
                      <a:pt x="7741" y="14543"/>
                    </a:cubicBezTo>
                    <a:cubicBezTo>
                      <a:pt x="6659" y="14543"/>
                      <a:pt x="5572" y="14290"/>
                      <a:pt x="4593" y="13823"/>
                    </a:cubicBezTo>
                    <a:lnTo>
                      <a:pt x="1566" y="14658"/>
                    </a:lnTo>
                    <a:cubicBezTo>
                      <a:pt x="1463" y="14687"/>
                      <a:pt x="1353" y="14704"/>
                      <a:pt x="1255" y="14704"/>
                    </a:cubicBezTo>
                    <a:cubicBezTo>
                      <a:pt x="910" y="14698"/>
                      <a:pt x="588" y="14554"/>
                      <a:pt x="369" y="14301"/>
                    </a:cubicBezTo>
                    <a:close/>
                    <a:moveTo>
                      <a:pt x="4616" y="13708"/>
                    </a:moveTo>
                    <a:cubicBezTo>
                      <a:pt x="5577" y="14180"/>
                      <a:pt x="6659" y="14428"/>
                      <a:pt x="7735" y="14428"/>
                    </a:cubicBezTo>
                    <a:cubicBezTo>
                      <a:pt x="11683" y="14428"/>
                      <a:pt x="14894" y="11222"/>
                      <a:pt x="14894" y="7274"/>
                    </a:cubicBezTo>
                    <a:cubicBezTo>
                      <a:pt x="14894" y="3321"/>
                      <a:pt x="11683" y="115"/>
                      <a:pt x="7735" y="115"/>
                    </a:cubicBezTo>
                    <a:cubicBezTo>
                      <a:pt x="3788" y="115"/>
                      <a:pt x="576" y="3321"/>
                      <a:pt x="576" y="7274"/>
                    </a:cubicBezTo>
                    <a:cubicBezTo>
                      <a:pt x="576" y="8402"/>
                      <a:pt x="853" y="9525"/>
                      <a:pt x="1365" y="10526"/>
                    </a:cubicBezTo>
                    <a:lnTo>
                      <a:pt x="1376" y="10543"/>
                    </a:lnTo>
                    <a:lnTo>
                      <a:pt x="283" y="13116"/>
                    </a:lnTo>
                    <a:cubicBezTo>
                      <a:pt x="128" y="13490"/>
                      <a:pt x="197" y="13921"/>
                      <a:pt x="461" y="14221"/>
                    </a:cubicBezTo>
                    <a:cubicBezTo>
                      <a:pt x="663" y="14451"/>
                      <a:pt x="950" y="14583"/>
                      <a:pt x="1255" y="14583"/>
                    </a:cubicBezTo>
                    <a:cubicBezTo>
                      <a:pt x="1348" y="14583"/>
                      <a:pt x="1440" y="14566"/>
                      <a:pt x="1537" y="14543"/>
                    </a:cubicBezTo>
                    <a:lnTo>
                      <a:pt x="4605" y="13697"/>
                    </a:lnTo>
                    <a:close/>
                  </a:path>
                </a:pathLst>
              </a:custGeom>
              <a:solidFill>
                <a:srgbClr val="134F5C">
                  <a:alpha val="5660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6">
                <a:extLst>
                  <a:ext uri="{FF2B5EF4-FFF2-40B4-BE49-F238E27FC236}">
                    <a16:creationId xmlns:a16="http://schemas.microsoft.com/office/drawing/2014/main" id="{8C8DDBB0-2EC7-F04D-AA54-B6FBA3F64909}"/>
                  </a:ext>
                </a:extLst>
              </p:cNvPr>
              <p:cNvSpPr/>
              <p:nvPr/>
            </p:nvSpPr>
            <p:spPr>
              <a:xfrm>
                <a:off x="6303841" y="2840110"/>
                <a:ext cx="799337" cy="785430"/>
              </a:xfrm>
              <a:custGeom>
                <a:avLst/>
                <a:gdLst/>
                <a:ahLst/>
                <a:cxnLst/>
                <a:rect l="l" t="t" r="r" b="b"/>
                <a:pathLst>
                  <a:path w="12587" h="12368" extrusionOk="0">
                    <a:moveTo>
                      <a:pt x="1" y="12368"/>
                    </a:moveTo>
                    <a:lnTo>
                      <a:pt x="1301" y="9318"/>
                    </a:lnTo>
                    <a:cubicBezTo>
                      <a:pt x="720" y="8386"/>
                      <a:pt x="386" y="7281"/>
                      <a:pt x="386" y="6101"/>
                    </a:cubicBezTo>
                    <a:cubicBezTo>
                      <a:pt x="386" y="2729"/>
                      <a:pt x="3120" y="1"/>
                      <a:pt x="6486" y="1"/>
                    </a:cubicBezTo>
                    <a:cubicBezTo>
                      <a:pt x="9853" y="1"/>
                      <a:pt x="12587" y="2734"/>
                      <a:pt x="12587" y="6101"/>
                    </a:cubicBezTo>
                    <a:cubicBezTo>
                      <a:pt x="12587" y="9468"/>
                      <a:pt x="9853" y="12201"/>
                      <a:pt x="6486" y="12201"/>
                    </a:cubicBezTo>
                    <a:cubicBezTo>
                      <a:pt x="5387" y="12201"/>
                      <a:pt x="4357" y="11913"/>
                      <a:pt x="3471" y="1140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6">
                <a:extLst>
                  <a:ext uri="{FF2B5EF4-FFF2-40B4-BE49-F238E27FC236}">
                    <a16:creationId xmlns:a16="http://schemas.microsoft.com/office/drawing/2014/main" id="{8CA05A89-364D-3098-1FAC-C0E3E0C8C6FC}"/>
                  </a:ext>
                </a:extLst>
              </p:cNvPr>
              <p:cNvSpPr/>
              <p:nvPr/>
            </p:nvSpPr>
            <p:spPr>
              <a:xfrm>
                <a:off x="6515131" y="3091917"/>
                <a:ext cx="398367" cy="321335"/>
              </a:xfrm>
              <a:custGeom>
                <a:avLst/>
                <a:gdLst/>
                <a:ahLst/>
                <a:cxnLst/>
                <a:rect l="l" t="t" r="r" b="b"/>
                <a:pathLst>
                  <a:path w="6273" h="5060" extrusionOk="0">
                    <a:moveTo>
                      <a:pt x="4472" y="1"/>
                    </a:moveTo>
                    <a:lnTo>
                      <a:pt x="5208" y="1"/>
                    </a:lnTo>
                    <a:cubicBezTo>
                      <a:pt x="5801" y="1"/>
                      <a:pt x="6273" y="479"/>
                      <a:pt x="6273" y="1066"/>
                    </a:cubicBezTo>
                    <a:lnTo>
                      <a:pt x="6273" y="2873"/>
                    </a:lnTo>
                    <a:lnTo>
                      <a:pt x="6273" y="2884"/>
                    </a:lnTo>
                    <a:cubicBezTo>
                      <a:pt x="6273" y="4087"/>
                      <a:pt x="5306" y="5059"/>
                      <a:pt x="4109" y="5059"/>
                    </a:cubicBezTo>
                    <a:lnTo>
                      <a:pt x="3407" y="5059"/>
                    </a:lnTo>
                    <a:lnTo>
                      <a:pt x="3407" y="4093"/>
                    </a:lnTo>
                    <a:cubicBezTo>
                      <a:pt x="4167" y="4093"/>
                      <a:pt x="4402" y="3419"/>
                      <a:pt x="4472" y="2878"/>
                    </a:cubicBezTo>
                    <a:lnTo>
                      <a:pt x="4472" y="2878"/>
                    </a:lnTo>
                    <a:cubicBezTo>
                      <a:pt x="3879" y="2878"/>
                      <a:pt x="3407" y="2406"/>
                      <a:pt x="3407" y="1814"/>
                    </a:cubicBezTo>
                    <a:lnTo>
                      <a:pt x="3407" y="1071"/>
                    </a:lnTo>
                    <a:cubicBezTo>
                      <a:pt x="3407" y="484"/>
                      <a:pt x="3879" y="1"/>
                      <a:pt x="4472" y="1"/>
                    </a:cubicBezTo>
                    <a:close/>
                    <a:moveTo>
                      <a:pt x="1065" y="2878"/>
                    </a:moveTo>
                    <a:lnTo>
                      <a:pt x="1065" y="2878"/>
                    </a:lnTo>
                    <a:cubicBezTo>
                      <a:pt x="1001" y="3425"/>
                      <a:pt x="765" y="4093"/>
                      <a:pt x="0" y="4093"/>
                    </a:cubicBezTo>
                    <a:lnTo>
                      <a:pt x="0" y="5059"/>
                    </a:lnTo>
                    <a:lnTo>
                      <a:pt x="708" y="5059"/>
                    </a:lnTo>
                    <a:cubicBezTo>
                      <a:pt x="1911" y="5059"/>
                      <a:pt x="2877" y="4087"/>
                      <a:pt x="2877" y="2884"/>
                    </a:cubicBezTo>
                    <a:lnTo>
                      <a:pt x="2877" y="2873"/>
                    </a:lnTo>
                    <a:lnTo>
                      <a:pt x="2877" y="1066"/>
                    </a:lnTo>
                    <a:cubicBezTo>
                      <a:pt x="2877" y="473"/>
                      <a:pt x="2406" y="1"/>
                      <a:pt x="1813" y="1"/>
                    </a:cubicBezTo>
                    <a:lnTo>
                      <a:pt x="1076" y="1"/>
                    </a:lnTo>
                    <a:cubicBezTo>
                      <a:pt x="483" y="1"/>
                      <a:pt x="12" y="473"/>
                      <a:pt x="12" y="1066"/>
                    </a:cubicBezTo>
                    <a:lnTo>
                      <a:pt x="12" y="1808"/>
                    </a:lnTo>
                    <a:cubicBezTo>
                      <a:pt x="0" y="2395"/>
                      <a:pt x="483" y="2878"/>
                      <a:pt x="1065" y="287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7" name="Google Shape;487;p36">
              <a:extLst>
                <a:ext uri="{FF2B5EF4-FFF2-40B4-BE49-F238E27FC236}">
                  <a16:creationId xmlns:a16="http://schemas.microsoft.com/office/drawing/2014/main" id="{69505883-8CC7-9B1D-7EC8-0ED4733DE41C}"/>
                </a:ext>
              </a:extLst>
            </p:cNvPr>
            <p:cNvGrpSpPr/>
            <p:nvPr/>
          </p:nvGrpSpPr>
          <p:grpSpPr>
            <a:xfrm>
              <a:off x="6699330" y="2455550"/>
              <a:ext cx="791157" cy="791109"/>
              <a:chOff x="6746427" y="1893210"/>
              <a:chExt cx="1058120" cy="1058057"/>
            </a:xfrm>
          </p:grpSpPr>
          <p:sp>
            <p:nvSpPr>
              <p:cNvPr id="488" name="Google Shape;488;p36">
                <a:extLst>
                  <a:ext uri="{FF2B5EF4-FFF2-40B4-BE49-F238E27FC236}">
                    <a16:creationId xmlns:a16="http://schemas.microsoft.com/office/drawing/2014/main" id="{6722058C-AD5B-A982-297F-22A34206DDCD}"/>
                  </a:ext>
                </a:extLst>
              </p:cNvPr>
              <p:cNvSpPr/>
              <p:nvPr/>
            </p:nvSpPr>
            <p:spPr>
              <a:xfrm>
                <a:off x="6836735" y="1983455"/>
                <a:ext cx="877131" cy="877195"/>
              </a:xfrm>
              <a:custGeom>
                <a:avLst/>
                <a:gdLst/>
                <a:ahLst/>
                <a:cxnLst/>
                <a:rect l="l" t="t" r="r" b="b"/>
                <a:pathLst>
                  <a:path w="13812" h="13813" extrusionOk="0">
                    <a:moveTo>
                      <a:pt x="13812" y="6906"/>
                    </a:moveTo>
                    <a:cubicBezTo>
                      <a:pt x="13812" y="10722"/>
                      <a:pt x="10722" y="13812"/>
                      <a:pt x="6906" y="13812"/>
                    </a:cubicBezTo>
                    <a:cubicBezTo>
                      <a:pt x="3096" y="13812"/>
                      <a:pt x="0" y="10722"/>
                      <a:pt x="0" y="6906"/>
                    </a:cubicBezTo>
                    <a:cubicBezTo>
                      <a:pt x="0" y="3097"/>
                      <a:pt x="3096" y="1"/>
                      <a:pt x="6906" y="1"/>
                    </a:cubicBezTo>
                    <a:cubicBezTo>
                      <a:pt x="10722" y="1"/>
                      <a:pt x="13812" y="3097"/>
                      <a:pt x="13812" y="690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6">
                <a:extLst>
                  <a:ext uri="{FF2B5EF4-FFF2-40B4-BE49-F238E27FC236}">
                    <a16:creationId xmlns:a16="http://schemas.microsoft.com/office/drawing/2014/main" id="{99F703BE-FFA5-2744-4AEC-711E5EB4975C}"/>
                  </a:ext>
                </a:extLst>
              </p:cNvPr>
              <p:cNvSpPr/>
              <p:nvPr/>
            </p:nvSpPr>
            <p:spPr>
              <a:xfrm>
                <a:off x="6746427" y="1893210"/>
                <a:ext cx="1058120" cy="1058057"/>
              </a:xfrm>
              <a:custGeom>
                <a:avLst/>
                <a:gdLst/>
                <a:ahLst/>
                <a:cxnLst/>
                <a:rect l="l" t="t" r="r" b="b"/>
                <a:pathLst>
                  <a:path w="16662" h="16661" extrusionOk="0">
                    <a:moveTo>
                      <a:pt x="8328" y="16660"/>
                    </a:moveTo>
                    <a:cubicBezTo>
                      <a:pt x="3736" y="16660"/>
                      <a:pt x="1" y="12925"/>
                      <a:pt x="1" y="8333"/>
                    </a:cubicBezTo>
                    <a:cubicBezTo>
                      <a:pt x="1" y="3735"/>
                      <a:pt x="3730" y="0"/>
                      <a:pt x="8328" y="0"/>
                    </a:cubicBezTo>
                    <a:cubicBezTo>
                      <a:pt x="12926" y="0"/>
                      <a:pt x="16661" y="3741"/>
                      <a:pt x="16661" y="8333"/>
                    </a:cubicBezTo>
                    <a:cubicBezTo>
                      <a:pt x="16661" y="12920"/>
                      <a:pt x="12920" y="16660"/>
                      <a:pt x="8328" y="16660"/>
                    </a:cubicBezTo>
                    <a:close/>
                    <a:moveTo>
                      <a:pt x="8328" y="115"/>
                    </a:moveTo>
                    <a:cubicBezTo>
                      <a:pt x="3799" y="115"/>
                      <a:pt x="110" y="3804"/>
                      <a:pt x="110" y="8339"/>
                    </a:cubicBezTo>
                    <a:cubicBezTo>
                      <a:pt x="110" y="12868"/>
                      <a:pt x="3799" y="16562"/>
                      <a:pt x="8328" y="16562"/>
                    </a:cubicBezTo>
                    <a:cubicBezTo>
                      <a:pt x="12863" y="16562"/>
                      <a:pt x="16552" y="12868"/>
                      <a:pt x="16552" y="8339"/>
                    </a:cubicBezTo>
                    <a:cubicBezTo>
                      <a:pt x="16552" y="3804"/>
                      <a:pt x="12863" y="115"/>
                      <a:pt x="8328" y="115"/>
                    </a:cubicBezTo>
                    <a:close/>
                  </a:path>
                </a:pathLst>
              </a:custGeom>
              <a:solidFill>
                <a:srgbClr val="134F5C">
                  <a:alpha val="5660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6">
                <a:extLst>
                  <a:ext uri="{FF2B5EF4-FFF2-40B4-BE49-F238E27FC236}">
                    <a16:creationId xmlns:a16="http://schemas.microsoft.com/office/drawing/2014/main" id="{AC33A2B0-9C0F-E79E-A8DB-E332433EDAB1}"/>
                  </a:ext>
                </a:extLst>
              </p:cNvPr>
              <p:cNvSpPr/>
              <p:nvPr/>
            </p:nvSpPr>
            <p:spPr>
              <a:xfrm>
                <a:off x="6996775" y="2145717"/>
                <a:ext cx="557383" cy="607489"/>
              </a:xfrm>
              <a:custGeom>
                <a:avLst/>
                <a:gdLst/>
                <a:ahLst/>
                <a:cxnLst/>
                <a:rect l="l" t="t" r="r" b="b"/>
                <a:pathLst>
                  <a:path w="8777" h="9566" extrusionOk="0">
                    <a:moveTo>
                      <a:pt x="8196" y="6302"/>
                    </a:moveTo>
                    <a:lnTo>
                      <a:pt x="8196" y="3149"/>
                    </a:lnTo>
                    <a:cubicBezTo>
                      <a:pt x="8524" y="3068"/>
                      <a:pt x="8777" y="2775"/>
                      <a:pt x="8777" y="2412"/>
                    </a:cubicBezTo>
                    <a:cubicBezTo>
                      <a:pt x="8777" y="1998"/>
                      <a:pt x="8437" y="1658"/>
                      <a:pt x="8023" y="1658"/>
                    </a:cubicBezTo>
                    <a:cubicBezTo>
                      <a:pt x="7793" y="1658"/>
                      <a:pt x="7580" y="1767"/>
                      <a:pt x="7448" y="1929"/>
                    </a:cubicBezTo>
                    <a:lnTo>
                      <a:pt x="5146" y="789"/>
                    </a:lnTo>
                    <a:lnTo>
                      <a:pt x="5146" y="760"/>
                    </a:lnTo>
                    <a:cubicBezTo>
                      <a:pt x="5146" y="340"/>
                      <a:pt x="4806" y="1"/>
                      <a:pt x="4386" y="1"/>
                    </a:cubicBezTo>
                    <a:cubicBezTo>
                      <a:pt x="3972" y="1"/>
                      <a:pt x="3632" y="340"/>
                      <a:pt x="3632" y="760"/>
                    </a:cubicBezTo>
                    <a:lnTo>
                      <a:pt x="3632" y="789"/>
                    </a:lnTo>
                    <a:lnTo>
                      <a:pt x="1330" y="1929"/>
                    </a:lnTo>
                    <a:cubicBezTo>
                      <a:pt x="1192" y="1767"/>
                      <a:pt x="985" y="1658"/>
                      <a:pt x="755" y="1658"/>
                    </a:cubicBezTo>
                    <a:cubicBezTo>
                      <a:pt x="340" y="1658"/>
                      <a:pt x="1" y="1998"/>
                      <a:pt x="1" y="2412"/>
                    </a:cubicBezTo>
                    <a:cubicBezTo>
                      <a:pt x="1" y="2775"/>
                      <a:pt x="243" y="3068"/>
                      <a:pt x="582" y="3149"/>
                    </a:cubicBezTo>
                    <a:lnTo>
                      <a:pt x="582" y="6302"/>
                    </a:lnTo>
                    <a:cubicBezTo>
                      <a:pt x="254" y="6383"/>
                      <a:pt x="1" y="6676"/>
                      <a:pt x="1" y="7039"/>
                    </a:cubicBezTo>
                    <a:cubicBezTo>
                      <a:pt x="1" y="7453"/>
                      <a:pt x="340" y="7793"/>
                      <a:pt x="755" y="7793"/>
                    </a:cubicBezTo>
                    <a:cubicBezTo>
                      <a:pt x="1037" y="7793"/>
                      <a:pt x="1290" y="7637"/>
                      <a:pt x="1411" y="7407"/>
                    </a:cubicBezTo>
                    <a:lnTo>
                      <a:pt x="3684" y="8535"/>
                    </a:lnTo>
                    <a:cubicBezTo>
                      <a:pt x="3649" y="8621"/>
                      <a:pt x="3632" y="8713"/>
                      <a:pt x="3632" y="8806"/>
                    </a:cubicBezTo>
                    <a:cubicBezTo>
                      <a:pt x="3632" y="9226"/>
                      <a:pt x="3972" y="9565"/>
                      <a:pt x="4386" y="9565"/>
                    </a:cubicBezTo>
                    <a:cubicBezTo>
                      <a:pt x="4806" y="9565"/>
                      <a:pt x="5146" y="9226"/>
                      <a:pt x="5146" y="8806"/>
                    </a:cubicBezTo>
                    <a:cubicBezTo>
                      <a:pt x="5146" y="8713"/>
                      <a:pt x="5123" y="8621"/>
                      <a:pt x="5094" y="8535"/>
                    </a:cubicBezTo>
                    <a:lnTo>
                      <a:pt x="7367" y="7407"/>
                    </a:lnTo>
                    <a:cubicBezTo>
                      <a:pt x="7494" y="7637"/>
                      <a:pt x="7741" y="7793"/>
                      <a:pt x="8023" y="7793"/>
                    </a:cubicBezTo>
                    <a:cubicBezTo>
                      <a:pt x="8437" y="7793"/>
                      <a:pt x="8777" y="7453"/>
                      <a:pt x="8777" y="7039"/>
                    </a:cubicBezTo>
                    <a:cubicBezTo>
                      <a:pt x="8771" y="6688"/>
                      <a:pt x="8524" y="6383"/>
                      <a:pt x="8196" y="6302"/>
                    </a:cubicBezTo>
                    <a:close/>
                    <a:moveTo>
                      <a:pt x="1221" y="6446"/>
                    </a:moveTo>
                    <a:cubicBezTo>
                      <a:pt x="1135" y="6383"/>
                      <a:pt x="1037" y="6331"/>
                      <a:pt x="927" y="6302"/>
                    </a:cubicBezTo>
                    <a:lnTo>
                      <a:pt x="927" y="3149"/>
                    </a:lnTo>
                    <a:cubicBezTo>
                      <a:pt x="1089" y="3108"/>
                      <a:pt x="1232" y="3016"/>
                      <a:pt x="1330" y="2895"/>
                    </a:cubicBezTo>
                    <a:lnTo>
                      <a:pt x="3638" y="4041"/>
                    </a:lnTo>
                    <a:cubicBezTo>
                      <a:pt x="3632" y="4081"/>
                      <a:pt x="3626" y="4133"/>
                      <a:pt x="3626" y="4173"/>
                    </a:cubicBezTo>
                    <a:cubicBezTo>
                      <a:pt x="3626" y="4535"/>
                      <a:pt x="3868" y="4829"/>
                      <a:pt x="4208" y="4910"/>
                    </a:cubicBezTo>
                    <a:lnTo>
                      <a:pt x="4208" y="4967"/>
                    </a:lnTo>
                    <a:close/>
                    <a:moveTo>
                      <a:pt x="4559" y="4915"/>
                    </a:moveTo>
                    <a:cubicBezTo>
                      <a:pt x="4892" y="4835"/>
                      <a:pt x="5134" y="4541"/>
                      <a:pt x="5134" y="4184"/>
                    </a:cubicBezTo>
                    <a:cubicBezTo>
                      <a:pt x="5134" y="4133"/>
                      <a:pt x="5128" y="4087"/>
                      <a:pt x="5123" y="4046"/>
                    </a:cubicBezTo>
                    <a:lnTo>
                      <a:pt x="7430" y="2901"/>
                    </a:lnTo>
                    <a:cubicBezTo>
                      <a:pt x="7534" y="3022"/>
                      <a:pt x="7678" y="3108"/>
                      <a:pt x="7833" y="3154"/>
                    </a:cubicBezTo>
                    <a:lnTo>
                      <a:pt x="7833" y="6314"/>
                    </a:lnTo>
                    <a:cubicBezTo>
                      <a:pt x="7724" y="6343"/>
                      <a:pt x="7626" y="6389"/>
                      <a:pt x="7540" y="6458"/>
                    </a:cubicBezTo>
                    <a:lnTo>
                      <a:pt x="4553" y="4973"/>
                    </a:lnTo>
                    <a:lnTo>
                      <a:pt x="4553" y="4915"/>
                    </a:lnTo>
                    <a:close/>
                    <a:moveTo>
                      <a:pt x="7281" y="2239"/>
                    </a:moveTo>
                    <a:cubicBezTo>
                      <a:pt x="7263" y="2297"/>
                      <a:pt x="7258" y="2349"/>
                      <a:pt x="7258" y="2412"/>
                    </a:cubicBezTo>
                    <a:cubicBezTo>
                      <a:pt x="7258" y="2470"/>
                      <a:pt x="7263" y="2527"/>
                      <a:pt x="7281" y="2585"/>
                    </a:cubicBezTo>
                    <a:lnTo>
                      <a:pt x="4985" y="3724"/>
                    </a:lnTo>
                    <a:cubicBezTo>
                      <a:pt x="4887" y="3586"/>
                      <a:pt x="4731" y="3494"/>
                      <a:pt x="4559" y="3448"/>
                    </a:cubicBezTo>
                    <a:lnTo>
                      <a:pt x="4559" y="1491"/>
                    </a:lnTo>
                    <a:cubicBezTo>
                      <a:pt x="4772" y="1439"/>
                      <a:pt x="4933" y="1313"/>
                      <a:pt x="5042" y="1134"/>
                    </a:cubicBezTo>
                    <a:close/>
                    <a:moveTo>
                      <a:pt x="3736" y="1134"/>
                    </a:moveTo>
                    <a:cubicBezTo>
                      <a:pt x="3834" y="1313"/>
                      <a:pt x="4006" y="1439"/>
                      <a:pt x="4213" y="1491"/>
                    </a:cubicBezTo>
                    <a:lnTo>
                      <a:pt x="4213" y="3448"/>
                    </a:lnTo>
                    <a:cubicBezTo>
                      <a:pt x="4041" y="3494"/>
                      <a:pt x="3897" y="3586"/>
                      <a:pt x="3793" y="3724"/>
                    </a:cubicBezTo>
                    <a:lnTo>
                      <a:pt x="1497" y="2579"/>
                    </a:lnTo>
                    <a:cubicBezTo>
                      <a:pt x="1509" y="2521"/>
                      <a:pt x="1520" y="2470"/>
                      <a:pt x="1520" y="2406"/>
                    </a:cubicBezTo>
                    <a:cubicBezTo>
                      <a:pt x="1520" y="2349"/>
                      <a:pt x="1509" y="2291"/>
                      <a:pt x="1497" y="2234"/>
                    </a:cubicBezTo>
                    <a:close/>
                    <a:moveTo>
                      <a:pt x="1445" y="6728"/>
                    </a:moveTo>
                    <a:lnTo>
                      <a:pt x="4213" y="5353"/>
                    </a:lnTo>
                    <a:lnTo>
                      <a:pt x="4213" y="8069"/>
                    </a:lnTo>
                    <a:cubicBezTo>
                      <a:pt x="4093" y="8092"/>
                      <a:pt x="3983" y="8155"/>
                      <a:pt x="3891" y="8230"/>
                    </a:cubicBezTo>
                    <a:lnTo>
                      <a:pt x="1509" y="7050"/>
                    </a:lnTo>
                    <a:lnTo>
                      <a:pt x="1509" y="7033"/>
                    </a:lnTo>
                    <a:cubicBezTo>
                      <a:pt x="1509" y="6930"/>
                      <a:pt x="1491" y="6820"/>
                      <a:pt x="1445" y="6728"/>
                    </a:cubicBezTo>
                    <a:close/>
                    <a:moveTo>
                      <a:pt x="4887" y="8242"/>
                    </a:moveTo>
                    <a:cubicBezTo>
                      <a:pt x="4789" y="8161"/>
                      <a:pt x="4685" y="8103"/>
                      <a:pt x="4559" y="8075"/>
                    </a:cubicBezTo>
                    <a:lnTo>
                      <a:pt x="4559" y="5353"/>
                    </a:lnTo>
                    <a:lnTo>
                      <a:pt x="7333" y="6728"/>
                    </a:lnTo>
                    <a:cubicBezTo>
                      <a:pt x="7286" y="6820"/>
                      <a:pt x="7263" y="6924"/>
                      <a:pt x="7263" y="7039"/>
                    </a:cubicBezTo>
                    <a:lnTo>
                      <a:pt x="7263" y="7062"/>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1" name="Google Shape;491;p36">
              <a:extLst>
                <a:ext uri="{FF2B5EF4-FFF2-40B4-BE49-F238E27FC236}">
                  <a16:creationId xmlns:a16="http://schemas.microsoft.com/office/drawing/2014/main" id="{407521CE-D0C8-1EBC-771C-643CE17E5E35}"/>
                </a:ext>
              </a:extLst>
            </p:cNvPr>
            <p:cNvSpPr/>
            <p:nvPr/>
          </p:nvSpPr>
          <p:spPr>
            <a:xfrm>
              <a:off x="8399355" y="3558815"/>
              <a:ext cx="337021" cy="271928"/>
            </a:xfrm>
            <a:custGeom>
              <a:avLst/>
              <a:gdLst/>
              <a:ahLst/>
              <a:cxnLst/>
              <a:rect l="l" t="t" r="r" b="b"/>
              <a:pathLst>
                <a:path w="5307" h="4282" fill="none" extrusionOk="0">
                  <a:moveTo>
                    <a:pt x="3782" y="0"/>
                  </a:moveTo>
                  <a:lnTo>
                    <a:pt x="4403" y="0"/>
                  </a:lnTo>
                  <a:cubicBezTo>
                    <a:pt x="4904" y="0"/>
                    <a:pt x="5307" y="403"/>
                    <a:pt x="5307" y="904"/>
                  </a:cubicBezTo>
                  <a:lnTo>
                    <a:pt x="5307" y="2429"/>
                  </a:lnTo>
                  <a:lnTo>
                    <a:pt x="5307" y="2440"/>
                  </a:lnTo>
                  <a:cubicBezTo>
                    <a:pt x="5307" y="3453"/>
                    <a:pt x="4484" y="4276"/>
                    <a:pt x="3471" y="4276"/>
                  </a:cubicBezTo>
                  <a:lnTo>
                    <a:pt x="2872" y="4276"/>
                  </a:lnTo>
                  <a:lnTo>
                    <a:pt x="2872" y="3453"/>
                  </a:lnTo>
                  <a:cubicBezTo>
                    <a:pt x="3523" y="3453"/>
                    <a:pt x="3724" y="2889"/>
                    <a:pt x="3770" y="2429"/>
                  </a:cubicBezTo>
                  <a:lnTo>
                    <a:pt x="3770" y="2429"/>
                  </a:lnTo>
                  <a:cubicBezTo>
                    <a:pt x="3275" y="2429"/>
                    <a:pt x="2872" y="2026"/>
                    <a:pt x="2872" y="1525"/>
                  </a:cubicBezTo>
                  <a:lnTo>
                    <a:pt x="2872" y="904"/>
                  </a:lnTo>
                  <a:cubicBezTo>
                    <a:pt x="2878" y="403"/>
                    <a:pt x="3281" y="0"/>
                    <a:pt x="3782" y="0"/>
                  </a:cubicBezTo>
                  <a:close/>
                  <a:moveTo>
                    <a:pt x="910" y="2434"/>
                  </a:moveTo>
                  <a:lnTo>
                    <a:pt x="910" y="2434"/>
                  </a:lnTo>
                  <a:cubicBezTo>
                    <a:pt x="852" y="2895"/>
                    <a:pt x="651" y="3459"/>
                    <a:pt x="12" y="3459"/>
                  </a:cubicBezTo>
                  <a:lnTo>
                    <a:pt x="12" y="4282"/>
                  </a:lnTo>
                  <a:lnTo>
                    <a:pt x="605" y="4282"/>
                  </a:lnTo>
                  <a:cubicBezTo>
                    <a:pt x="1624" y="4282"/>
                    <a:pt x="2441" y="3459"/>
                    <a:pt x="2441" y="2446"/>
                  </a:cubicBezTo>
                  <a:lnTo>
                    <a:pt x="2441" y="2434"/>
                  </a:lnTo>
                  <a:lnTo>
                    <a:pt x="2441" y="904"/>
                  </a:lnTo>
                  <a:cubicBezTo>
                    <a:pt x="2441" y="403"/>
                    <a:pt x="2038" y="0"/>
                    <a:pt x="1543" y="0"/>
                  </a:cubicBezTo>
                  <a:lnTo>
                    <a:pt x="916" y="0"/>
                  </a:lnTo>
                  <a:cubicBezTo>
                    <a:pt x="421" y="0"/>
                    <a:pt x="18" y="403"/>
                    <a:pt x="18" y="904"/>
                  </a:cubicBezTo>
                  <a:lnTo>
                    <a:pt x="18" y="1525"/>
                  </a:lnTo>
                  <a:cubicBezTo>
                    <a:pt x="1" y="2026"/>
                    <a:pt x="404" y="2434"/>
                    <a:pt x="910" y="2434"/>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6">
              <a:extLst>
                <a:ext uri="{FF2B5EF4-FFF2-40B4-BE49-F238E27FC236}">
                  <a16:creationId xmlns:a16="http://schemas.microsoft.com/office/drawing/2014/main" id="{87E3E0B8-A6D4-5D90-38A2-89D91CCAFD0C}"/>
                </a:ext>
              </a:extLst>
            </p:cNvPr>
            <p:cNvSpPr/>
            <p:nvPr/>
          </p:nvSpPr>
          <p:spPr>
            <a:xfrm>
              <a:off x="6054669" y="4040401"/>
              <a:ext cx="411957" cy="412274"/>
            </a:xfrm>
            <a:custGeom>
              <a:avLst/>
              <a:gdLst/>
              <a:ahLst/>
              <a:cxnLst/>
              <a:rect l="l" t="t" r="r" b="b"/>
              <a:pathLst>
                <a:path w="6487" h="6492" fill="none" extrusionOk="0">
                  <a:moveTo>
                    <a:pt x="6481" y="3033"/>
                  </a:moveTo>
                  <a:cubicBezTo>
                    <a:pt x="6475" y="2930"/>
                    <a:pt x="6418" y="2843"/>
                    <a:pt x="6326" y="2809"/>
                  </a:cubicBezTo>
                  <a:lnTo>
                    <a:pt x="6078" y="2700"/>
                  </a:lnTo>
                  <a:cubicBezTo>
                    <a:pt x="6009" y="2665"/>
                    <a:pt x="5951" y="2607"/>
                    <a:pt x="5928" y="2527"/>
                  </a:cubicBezTo>
                  <a:lnTo>
                    <a:pt x="5928" y="2527"/>
                  </a:lnTo>
                  <a:cubicBezTo>
                    <a:pt x="5905" y="2446"/>
                    <a:pt x="5923" y="2372"/>
                    <a:pt x="5969" y="2302"/>
                  </a:cubicBezTo>
                  <a:lnTo>
                    <a:pt x="6130" y="2090"/>
                  </a:lnTo>
                  <a:cubicBezTo>
                    <a:pt x="6187" y="2009"/>
                    <a:pt x="6199" y="1900"/>
                    <a:pt x="6153" y="1813"/>
                  </a:cubicBezTo>
                  <a:cubicBezTo>
                    <a:pt x="6084" y="1687"/>
                    <a:pt x="6015" y="1566"/>
                    <a:pt x="5940" y="1451"/>
                  </a:cubicBezTo>
                  <a:cubicBezTo>
                    <a:pt x="5882" y="1370"/>
                    <a:pt x="5790" y="1318"/>
                    <a:pt x="5693" y="1336"/>
                  </a:cubicBezTo>
                  <a:lnTo>
                    <a:pt x="5422" y="1364"/>
                  </a:lnTo>
                  <a:cubicBezTo>
                    <a:pt x="5347" y="1370"/>
                    <a:pt x="5267" y="1341"/>
                    <a:pt x="5209" y="1284"/>
                  </a:cubicBezTo>
                  <a:lnTo>
                    <a:pt x="5209" y="1284"/>
                  </a:lnTo>
                  <a:cubicBezTo>
                    <a:pt x="5152" y="1226"/>
                    <a:pt x="5123" y="1146"/>
                    <a:pt x="5129" y="1065"/>
                  </a:cubicBezTo>
                  <a:lnTo>
                    <a:pt x="5157" y="800"/>
                  </a:lnTo>
                  <a:cubicBezTo>
                    <a:pt x="5175" y="697"/>
                    <a:pt x="5123" y="605"/>
                    <a:pt x="5042" y="547"/>
                  </a:cubicBezTo>
                  <a:cubicBezTo>
                    <a:pt x="4927" y="467"/>
                    <a:pt x="4806" y="398"/>
                    <a:pt x="4674" y="340"/>
                  </a:cubicBezTo>
                  <a:cubicBezTo>
                    <a:pt x="4588" y="294"/>
                    <a:pt x="4484" y="306"/>
                    <a:pt x="4403" y="363"/>
                  </a:cubicBezTo>
                  <a:lnTo>
                    <a:pt x="4185" y="518"/>
                  </a:lnTo>
                  <a:cubicBezTo>
                    <a:pt x="4121" y="570"/>
                    <a:pt x="4041" y="582"/>
                    <a:pt x="3960" y="565"/>
                  </a:cubicBezTo>
                  <a:lnTo>
                    <a:pt x="3960" y="565"/>
                  </a:lnTo>
                  <a:cubicBezTo>
                    <a:pt x="3885" y="542"/>
                    <a:pt x="3816" y="490"/>
                    <a:pt x="3788" y="409"/>
                  </a:cubicBezTo>
                  <a:lnTo>
                    <a:pt x="3684" y="167"/>
                  </a:lnTo>
                  <a:cubicBezTo>
                    <a:pt x="3644" y="81"/>
                    <a:pt x="3563" y="18"/>
                    <a:pt x="3460" y="6"/>
                  </a:cubicBezTo>
                  <a:cubicBezTo>
                    <a:pt x="3385" y="1"/>
                    <a:pt x="3316" y="1"/>
                    <a:pt x="3241" y="1"/>
                  </a:cubicBezTo>
                  <a:cubicBezTo>
                    <a:pt x="3172" y="1"/>
                    <a:pt x="3097" y="1"/>
                    <a:pt x="3028" y="6"/>
                  </a:cubicBezTo>
                  <a:cubicBezTo>
                    <a:pt x="2924" y="18"/>
                    <a:pt x="2850" y="75"/>
                    <a:pt x="2804" y="167"/>
                  </a:cubicBezTo>
                  <a:lnTo>
                    <a:pt x="2694" y="409"/>
                  </a:lnTo>
                  <a:cubicBezTo>
                    <a:pt x="2660" y="484"/>
                    <a:pt x="2602" y="542"/>
                    <a:pt x="2522" y="565"/>
                  </a:cubicBezTo>
                  <a:lnTo>
                    <a:pt x="2522" y="565"/>
                  </a:lnTo>
                  <a:cubicBezTo>
                    <a:pt x="2447" y="582"/>
                    <a:pt x="2366" y="570"/>
                    <a:pt x="2303" y="518"/>
                  </a:cubicBezTo>
                  <a:lnTo>
                    <a:pt x="2084" y="363"/>
                  </a:lnTo>
                  <a:cubicBezTo>
                    <a:pt x="2004" y="306"/>
                    <a:pt x="1900" y="288"/>
                    <a:pt x="1814" y="340"/>
                  </a:cubicBezTo>
                  <a:cubicBezTo>
                    <a:pt x="1681" y="403"/>
                    <a:pt x="1561" y="478"/>
                    <a:pt x="1445" y="547"/>
                  </a:cubicBezTo>
                  <a:cubicBezTo>
                    <a:pt x="1365" y="605"/>
                    <a:pt x="1313" y="697"/>
                    <a:pt x="1330" y="800"/>
                  </a:cubicBezTo>
                  <a:lnTo>
                    <a:pt x="1359" y="1065"/>
                  </a:lnTo>
                  <a:cubicBezTo>
                    <a:pt x="1365" y="1146"/>
                    <a:pt x="1336" y="1226"/>
                    <a:pt x="1279" y="1284"/>
                  </a:cubicBezTo>
                  <a:lnTo>
                    <a:pt x="1279" y="1284"/>
                  </a:lnTo>
                  <a:cubicBezTo>
                    <a:pt x="1221" y="1341"/>
                    <a:pt x="1140" y="1370"/>
                    <a:pt x="1066" y="1364"/>
                  </a:cubicBezTo>
                  <a:lnTo>
                    <a:pt x="795" y="1336"/>
                  </a:lnTo>
                  <a:cubicBezTo>
                    <a:pt x="697" y="1318"/>
                    <a:pt x="605" y="1370"/>
                    <a:pt x="548" y="1451"/>
                  </a:cubicBezTo>
                  <a:cubicBezTo>
                    <a:pt x="467" y="1566"/>
                    <a:pt x="392" y="1687"/>
                    <a:pt x="335" y="1813"/>
                  </a:cubicBezTo>
                  <a:cubicBezTo>
                    <a:pt x="294" y="1900"/>
                    <a:pt x="300" y="2009"/>
                    <a:pt x="358" y="2090"/>
                  </a:cubicBezTo>
                  <a:lnTo>
                    <a:pt x="519" y="2302"/>
                  </a:lnTo>
                  <a:cubicBezTo>
                    <a:pt x="565" y="2372"/>
                    <a:pt x="582" y="2446"/>
                    <a:pt x="559" y="2527"/>
                  </a:cubicBezTo>
                  <a:lnTo>
                    <a:pt x="559" y="2527"/>
                  </a:lnTo>
                  <a:cubicBezTo>
                    <a:pt x="536" y="2607"/>
                    <a:pt x="490" y="2671"/>
                    <a:pt x="410" y="2700"/>
                  </a:cubicBezTo>
                  <a:lnTo>
                    <a:pt x="162" y="2809"/>
                  </a:lnTo>
                  <a:cubicBezTo>
                    <a:pt x="76" y="2843"/>
                    <a:pt x="13" y="2930"/>
                    <a:pt x="7" y="3033"/>
                  </a:cubicBezTo>
                  <a:cubicBezTo>
                    <a:pt x="1" y="3102"/>
                    <a:pt x="1" y="3177"/>
                    <a:pt x="1" y="3246"/>
                  </a:cubicBezTo>
                  <a:cubicBezTo>
                    <a:pt x="1" y="3321"/>
                    <a:pt x="1" y="3390"/>
                    <a:pt x="7" y="3465"/>
                  </a:cubicBezTo>
                  <a:cubicBezTo>
                    <a:pt x="13" y="3563"/>
                    <a:pt x="70" y="3643"/>
                    <a:pt x="162" y="3684"/>
                  </a:cubicBezTo>
                  <a:lnTo>
                    <a:pt x="410" y="3793"/>
                  </a:lnTo>
                  <a:cubicBezTo>
                    <a:pt x="479" y="3822"/>
                    <a:pt x="536" y="3885"/>
                    <a:pt x="559" y="3966"/>
                  </a:cubicBezTo>
                  <a:lnTo>
                    <a:pt x="559" y="3966"/>
                  </a:lnTo>
                  <a:cubicBezTo>
                    <a:pt x="582" y="4046"/>
                    <a:pt x="565" y="4127"/>
                    <a:pt x="519" y="4190"/>
                  </a:cubicBezTo>
                  <a:lnTo>
                    <a:pt x="358" y="4403"/>
                  </a:lnTo>
                  <a:cubicBezTo>
                    <a:pt x="300" y="4484"/>
                    <a:pt x="289" y="4593"/>
                    <a:pt x="335" y="4679"/>
                  </a:cubicBezTo>
                  <a:cubicBezTo>
                    <a:pt x="404" y="4806"/>
                    <a:pt x="473" y="4932"/>
                    <a:pt x="548" y="5048"/>
                  </a:cubicBezTo>
                  <a:cubicBezTo>
                    <a:pt x="605" y="5122"/>
                    <a:pt x="697" y="5174"/>
                    <a:pt x="795" y="5163"/>
                  </a:cubicBezTo>
                  <a:lnTo>
                    <a:pt x="1066" y="5134"/>
                  </a:lnTo>
                  <a:cubicBezTo>
                    <a:pt x="1140" y="5122"/>
                    <a:pt x="1221" y="5151"/>
                    <a:pt x="1279" y="5209"/>
                  </a:cubicBezTo>
                  <a:lnTo>
                    <a:pt x="1279" y="5209"/>
                  </a:lnTo>
                  <a:cubicBezTo>
                    <a:pt x="1336" y="5266"/>
                    <a:pt x="1365" y="5347"/>
                    <a:pt x="1359" y="5427"/>
                  </a:cubicBezTo>
                  <a:lnTo>
                    <a:pt x="1330" y="5692"/>
                  </a:lnTo>
                  <a:cubicBezTo>
                    <a:pt x="1313" y="5796"/>
                    <a:pt x="1365" y="5888"/>
                    <a:pt x="1445" y="5945"/>
                  </a:cubicBezTo>
                  <a:cubicBezTo>
                    <a:pt x="1561" y="6026"/>
                    <a:pt x="1681" y="6095"/>
                    <a:pt x="1814" y="6152"/>
                  </a:cubicBezTo>
                  <a:cubicBezTo>
                    <a:pt x="1900" y="6198"/>
                    <a:pt x="2004" y="6187"/>
                    <a:pt x="2084" y="6129"/>
                  </a:cubicBezTo>
                  <a:lnTo>
                    <a:pt x="2303" y="5974"/>
                  </a:lnTo>
                  <a:cubicBezTo>
                    <a:pt x="2366" y="5922"/>
                    <a:pt x="2447" y="5911"/>
                    <a:pt x="2522" y="5928"/>
                  </a:cubicBezTo>
                  <a:lnTo>
                    <a:pt x="2522" y="5928"/>
                  </a:lnTo>
                  <a:cubicBezTo>
                    <a:pt x="2602" y="5951"/>
                    <a:pt x="2665" y="6003"/>
                    <a:pt x="2694" y="6083"/>
                  </a:cubicBezTo>
                  <a:lnTo>
                    <a:pt x="2804" y="6325"/>
                  </a:lnTo>
                  <a:cubicBezTo>
                    <a:pt x="2838" y="6411"/>
                    <a:pt x="2924" y="6475"/>
                    <a:pt x="3028" y="6486"/>
                  </a:cubicBezTo>
                  <a:cubicBezTo>
                    <a:pt x="3097" y="6492"/>
                    <a:pt x="3172" y="6492"/>
                    <a:pt x="3241" y="6492"/>
                  </a:cubicBezTo>
                  <a:cubicBezTo>
                    <a:pt x="3316" y="6492"/>
                    <a:pt x="3385" y="6492"/>
                    <a:pt x="3460" y="6486"/>
                  </a:cubicBezTo>
                  <a:cubicBezTo>
                    <a:pt x="3557" y="6475"/>
                    <a:pt x="3644" y="6417"/>
                    <a:pt x="3684" y="6325"/>
                  </a:cubicBezTo>
                  <a:lnTo>
                    <a:pt x="3788" y="6083"/>
                  </a:lnTo>
                  <a:cubicBezTo>
                    <a:pt x="3828" y="6009"/>
                    <a:pt x="3885" y="5951"/>
                    <a:pt x="3960" y="5928"/>
                  </a:cubicBezTo>
                  <a:lnTo>
                    <a:pt x="3960" y="5928"/>
                  </a:lnTo>
                  <a:cubicBezTo>
                    <a:pt x="4041" y="5911"/>
                    <a:pt x="4121" y="5922"/>
                    <a:pt x="4185" y="5974"/>
                  </a:cubicBezTo>
                  <a:lnTo>
                    <a:pt x="4403" y="6129"/>
                  </a:lnTo>
                  <a:cubicBezTo>
                    <a:pt x="4484" y="6187"/>
                    <a:pt x="4588" y="6204"/>
                    <a:pt x="4674" y="6152"/>
                  </a:cubicBezTo>
                  <a:cubicBezTo>
                    <a:pt x="4806" y="6089"/>
                    <a:pt x="4927" y="6014"/>
                    <a:pt x="5042" y="5945"/>
                  </a:cubicBezTo>
                  <a:cubicBezTo>
                    <a:pt x="5123" y="5888"/>
                    <a:pt x="5175" y="5796"/>
                    <a:pt x="5157" y="5692"/>
                  </a:cubicBezTo>
                  <a:lnTo>
                    <a:pt x="5129" y="5427"/>
                  </a:lnTo>
                  <a:cubicBezTo>
                    <a:pt x="5123" y="5347"/>
                    <a:pt x="5152" y="5266"/>
                    <a:pt x="5209" y="5209"/>
                  </a:cubicBezTo>
                  <a:lnTo>
                    <a:pt x="5209" y="5209"/>
                  </a:lnTo>
                  <a:cubicBezTo>
                    <a:pt x="5267" y="5151"/>
                    <a:pt x="5347" y="5122"/>
                    <a:pt x="5422" y="5134"/>
                  </a:cubicBezTo>
                  <a:lnTo>
                    <a:pt x="5693" y="5163"/>
                  </a:lnTo>
                  <a:cubicBezTo>
                    <a:pt x="5790" y="5174"/>
                    <a:pt x="5882" y="5122"/>
                    <a:pt x="5940" y="5048"/>
                  </a:cubicBezTo>
                  <a:cubicBezTo>
                    <a:pt x="6021" y="4932"/>
                    <a:pt x="6095" y="4806"/>
                    <a:pt x="6153" y="4679"/>
                  </a:cubicBezTo>
                  <a:cubicBezTo>
                    <a:pt x="6193" y="4593"/>
                    <a:pt x="6187" y="4484"/>
                    <a:pt x="6130" y="4403"/>
                  </a:cubicBezTo>
                  <a:lnTo>
                    <a:pt x="5969" y="4190"/>
                  </a:lnTo>
                  <a:cubicBezTo>
                    <a:pt x="5923" y="4127"/>
                    <a:pt x="5905" y="4046"/>
                    <a:pt x="5928" y="3966"/>
                  </a:cubicBezTo>
                  <a:lnTo>
                    <a:pt x="5928" y="3966"/>
                  </a:lnTo>
                  <a:cubicBezTo>
                    <a:pt x="5951" y="3885"/>
                    <a:pt x="5998" y="3822"/>
                    <a:pt x="6078" y="3793"/>
                  </a:cubicBezTo>
                  <a:lnTo>
                    <a:pt x="6326" y="3684"/>
                  </a:lnTo>
                  <a:cubicBezTo>
                    <a:pt x="6412" y="3649"/>
                    <a:pt x="6475" y="3563"/>
                    <a:pt x="6481" y="3465"/>
                  </a:cubicBezTo>
                  <a:cubicBezTo>
                    <a:pt x="6487" y="3390"/>
                    <a:pt x="6487" y="3321"/>
                    <a:pt x="6487" y="3246"/>
                  </a:cubicBezTo>
                  <a:cubicBezTo>
                    <a:pt x="6487" y="3166"/>
                    <a:pt x="6487" y="3097"/>
                    <a:pt x="6481" y="3033"/>
                  </a:cubicBezTo>
                  <a:close/>
                  <a:moveTo>
                    <a:pt x="3252" y="4368"/>
                  </a:moveTo>
                  <a:cubicBezTo>
                    <a:pt x="2631" y="4368"/>
                    <a:pt x="2130" y="3868"/>
                    <a:pt x="2130" y="3246"/>
                  </a:cubicBezTo>
                  <a:cubicBezTo>
                    <a:pt x="2130" y="2631"/>
                    <a:pt x="2631" y="2124"/>
                    <a:pt x="3252" y="2124"/>
                  </a:cubicBezTo>
                  <a:cubicBezTo>
                    <a:pt x="3868" y="2124"/>
                    <a:pt x="4375" y="2631"/>
                    <a:pt x="4375" y="3246"/>
                  </a:cubicBezTo>
                  <a:cubicBezTo>
                    <a:pt x="4375" y="3868"/>
                    <a:pt x="3868" y="4368"/>
                    <a:pt x="3252" y="4368"/>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6">
              <a:extLst>
                <a:ext uri="{FF2B5EF4-FFF2-40B4-BE49-F238E27FC236}">
                  <a16:creationId xmlns:a16="http://schemas.microsoft.com/office/drawing/2014/main" id="{E1BBDDAD-5602-AD56-4AA7-D1B1AC650EE6}"/>
                </a:ext>
              </a:extLst>
            </p:cNvPr>
            <p:cNvSpPr/>
            <p:nvPr/>
          </p:nvSpPr>
          <p:spPr>
            <a:xfrm>
              <a:off x="6379556" y="1780922"/>
              <a:ext cx="412338" cy="411893"/>
            </a:xfrm>
            <a:custGeom>
              <a:avLst/>
              <a:gdLst/>
              <a:ahLst/>
              <a:cxnLst/>
              <a:rect l="l" t="t" r="r" b="b"/>
              <a:pathLst>
                <a:path w="6493" h="6486" fill="none" extrusionOk="0">
                  <a:moveTo>
                    <a:pt x="6486" y="3027"/>
                  </a:moveTo>
                  <a:cubicBezTo>
                    <a:pt x="6475" y="2929"/>
                    <a:pt x="6417" y="2837"/>
                    <a:pt x="6325" y="2803"/>
                  </a:cubicBezTo>
                  <a:lnTo>
                    <a:pt x="6084" y="2693"/>
                  </a:lnTo>
                  <a:cubicBezTo>
                    <a:pt x="6009" y="2665"/>
                    <a:pt x="5951" y="2601"/>
                    <a:pt x="5928" y="2521"/>
                  </a:cubicBezTo>
                  <a:lnTo>
                    <a:pt x="5928" y="2521"/>
                  </a:lnTo>
                  <a:cubicBezTo>
                    <a:pt x="5911" y="2446"/>
                    <a:pt x="5922" y="2365"/>
                    <a:pt x="5974" y="2302"/>
                  </a:cubicBezTo>
                  <a:lnTo>
                    <a:pt x="6130" y="2083"/>
                  </a:lnTo>
                  <a:cubicBezTo>
                    <a:pt x="6187" y="2009"/>
                    <a:pt x="6204" y="1899"/>
                    <a:pt x="6153" y="1813"/>
                  </a:cubicBezTo>
                  <a:cubicBezTo>
                    <a:pt x="6089" y="1681"/>
                    <a:pt x="6014" y="1560"/>
                    <a:pt x="5945" y="1445"/>
                  </a:cubicBezTo>
                  <a:cubicBezTo>
                    <a:pt x="5888" y="1364"/>
                    <a:pt x="5796" y="1312"/>
                    <a:pt x="5692" y="1330"/>
                  </a:cubicBezTo>
                  <a:lnTo>
                    <a:pt x="5427" y="1358"/>
                  </a:lnTo>
                  <a:cubicBezTo>
                    <a:pt x="5347" y="1364"/>
                    <a:pt x="5266" y="1335"/>
                    <a:pt x="5209" y="1278"/>
                  </a:cubicBezTo>
                  <a:lnTo>
                    <a:pt x="5209" y="1278"/>
                  </a:lnTo>
                  <a:cubicBezTo>
                    <a:pt x="5151" y="1220"/>
                    <a:pt x="5122" y="1145"/>
                    <a:pt x="5134" y="1065"/>
                  </a:cubicBezTo>
                  <a:lnTo>
                    <a:pt x="5163" y="800"/>
                  </a:lnTo>
                  <a:cubicBezTo>
                    <a:pt x="5174" y="696"/>
                    <a:pt x="5122" y="604"/>
                    <a:pt x="5048" y="547"/>
                  </a:cubicBezTo>
                  <a:cubicBezTo>
                    <a:pt x="4927" y="466"/>
                    <a:pt x="4806" y="397"/>
                    <a:pt x="4679" y="340"/>
                  </a:cubicBezTo>
                  <a:cubicBezTo>
                    <a:pt x="4593" y="294"/>
                    <a:pt x="4484" y="299"/>
                    <a:pt x="4403" y="357"/>
                  </a:cubicBezTo>
                  <a:lnTo>
                    <a:pt x="4190" y="518"/>
                  </a:lnTo>
                  <a:cubicBezTo>
                    <a:pt x="4127" y="570"/>
                    <a:pt x="4046" y="581"/>
                    <a:pt x="3966" y="558"/>
                  </a:cubicBezTo>
                  <a:lnTo>
                    <a:pt x="3966" y="558"/>
                  </a:lnTo>
                  <a:cubicBezTo>
                    <a:pt x="3885" y="535"/>
                    <a:pt x="3822" y="489"/>
                    <a:pt x="3793" y="409"/>
                  </a:cubicBezTo>
                  <a:lnTo>
                    <a:pt x="3684" y="167"/>
                  </a:lnTo>
                  <a:cubicBezTo>
                    <a:pt x="3649" y="81"/>
                    <a:pt x="3563" y="12"/>
                    <a:pt x="3459" y="6"/>
                  </a:cubicBezTo>
                  <a:cubicBezTo>
                    <a:pt x="3390" y="0"/>
                    <a:pt x="3315" y="0"/>
                    <a:pt x="3246" y="0"/>
                  </a:cubicBezTo>
                  <a:cubicBezTo>
                    <a:pt x="3172" y="0"/>
                    <a:pt x="3103" y="0"/>
                    <a:pt x="3028" y="6"/>
                  </a:cubicBezTo>
                  <a:cubicBezTo>
                    <a:pt x="2930" y="12"/>
                    <a:pt x="2849" y="69"/>
                    <a:pt x="2809" y="167"/>
                  </a:cubicBezTo>
                  <a:lnTo>
                    <a:pt x="2700" y="409"/>
                  </a:lnTo>
                  <a:cubicBezTo>
                    <a:pt x="2671" y="484"/>
                    <a:pt x="2608" y="541"/>
                    <a:pt x="2527" y="558"/>
                  </a:cubicBezTo>
                  <a:lnTo>
                    <a:pt x="2527" y="558"/>
                  </a:lnTo>
                  <a:cubicBezTo>
                    <a:pt x="2446" y="581"/>
                    <a:pt x="2366" y="570"/>
                    <a:pt x="2303" y="518"/>
                  </a:cubicBezTo>
                  <a:lnTo>
                    <a:pt x="2090" y="357"/>
                  </a:lnTo>
                  <a:cubicBezTo>
                    <a:pt x="2009" y="299"/>
                    <a:pt x="1900" y="288"/>
                    <a:pt x="1813" y="340"/>
                  </a:cubicBezTo>
                  <a:cubicBezTo>
                    <a:pt x="1687" y="403"/>
                    <a:pt x="1560" y="472"/>
                    <a:pt x="1445" y="547"/>
                  </a:cubicBezTo>
                  <a:cubicBezTo>
                    <a:pt x="1370" y="604"/>
                    <a:pt x="1319" y="696"/>
                    <a:pt x="1330" y="800"/>
                  </a:cubicBezTo>
                  <a:lnTo>
                    <a:pt x="1359" y="1065"/>
                  </a:lnTo>
                  <a:cubicBezTo>
                    <a:pt x="1370" y="1145"/>
                    <a:pt x="1342" y="1220"/>
                    <a:pt x="1284" y="1278"/>
                  </a:cubicBezTo>
                  <a:lnTo>
                    <a:pt x="1284" y="1278"/>
                  </a:lnTo>
                  <a:cubicBezTo>
                    <a:pt x="1226" y="1335"/>
                    <a:pt x="1146" y="1364"/>
                    <a:pt x="1065" y="1358"/>
                  </a:cubicBezTo>
                  <a:lnTo>
                    <a:pt x="801" y="1330"/>
                  </a:lnTo>
                  <a:cubicBezTo>
                    <a:pt x="697" y="1318"/>
                    <a:pt x="605" y="1364"/>
                    <a:pt x="547" y="1445"/>
                  </a:cubicBezTo>
                  <a:cubicBezTo>
                    <a:pt x="467" y="1560"/>
                    <a:pt x="398" y="1681"/>
                    <a:pt x="340" y="1813"/>
                  </a:cubicBezTo>
                  <a:cubicBezTo>
                    <a:pt x="294" y="1899"/>
                    <a:pt x="306" y="2003"/>
                    <a:pt x="363" y="2083"/>
                  </a:cubicBezTo>
                  <a:lnTo>
                    <a:pt x="519" y="2302"/>
                  </a:lnTo>
                  <a:cubicBezTo>
                    <a:pt x="570" y="2365"/>
                    <a:pt x="582" y="2446"/>
                    <a:pt x="565" y="2521"/>
                  </a:cubicBezTo>
                  <a:lnTo>
                    <a:pt x="565" y="2521"/>
                  </a:lnTo>
                  <a:cubicBezTo>
                    <a:pt x="542" y="2601"/>
                    <a:pt x="490" y="2665"/>
                    <a:pt x="409" y="2693"/>
                  </a:cubicBezTo>
                  <a:lnTo>
                    <a:pt x="168" y="2803"/>
                  </a:lnTo>
                  <a:cubicBezTo>
                    <a:pt x="81" y="2837"/>
                    <a:pt x="18" y="2924"/>
                    <a:pt x="6" y="3027"/>
                  </a:cubicBezTo>
                  <a:cubicBezTo>
                    <a:pt x="1" y="3102"/>
                    <a:pt x="1" y="3171"/>
                    <a:pt x="1" y="3246"/>
                  </a:cubicBezTo>
                  <a:cubicBezTo>
                    <a:pt x="1" y="3315"/>
                    <a:pt x="1" y="3390"/>
                    <a:pt x="6" y="3459"/>
                  </a:cubicBezTo>
                  <a:cubicBezTo>
                    <a:pt x="18" y="3557"/>
                    <a:pt x="75" y="3637"/>
                    <a:pt x="168" y="3683"/>
                  </a:cubicBezTo>
                  <a:lnTo>
                    <a:pt x="409" y="3793"/>
                  </a:lnTo>
                  <a:cubicBezTo>
                    <a:pt x="484" y="3821"/>
                    <a:pt x="542" y="3885"/>
                    <a:pt x="565" y="3965"/>
                  </a:cubicBezTo>
                  <a:lnTo>
                    <a:pt x="565" y="3965"/>
                  </a:lnTo>
                  <a:cubicBezTo>
                    <a:pt x="582" y="4040"/>
                    <a:pt x="570" y="4121"/>
                    <a:pt x="519" y="4184"/>
                  </a:cubicBezTo>
                  <a:lnTo>
                    <a:pt x="363" y="4403"/>
                  </a:lnTo>
                  <a:cubicBezTo>
                    <a:pt x="306" y="4483"/>
                    <a:pt x="288" y="4587"/>
                    <a:pt x="340" y="4673"/>
                  </a:cubicBezTo>
                  <a:cubicBezTo>
                    <a:pt x="404" y="4805"/>
                    <a:pt x="478" y="4926"/>
                    <a:pt x="547" y="5041"/>
                  </a:cubicBezTo>
                  <a:cubicBezTo>
                    <a:pt x="605" y="5122"/>
                    <a:pt x="697" y="5174"/>
                    <a:pt x="801" y="5156"/>
                  </a:cubicBezTo>
                  <a:lnTo>
                    <a:pt x="1065" y="5128"/>
                  </a:lnTo>
                  <a:cubicBezTo>
                    <a:pt x="1146" y="5122"/>
                    <a:pt x="1226" y="5151"/>
                    <a:pt x="1284" y="5208"/>
                  </a:cubicBezTo>
                  <a:lnTo>
                    <a:pt x="1284" y="5208"/>
                  </a:lnTo>
                  <a:cubicBezTo>
                    <a:pt x="1342" y="5266"/>
                    <a:pt x="1370" y="5346"/>
                    <a:pt x="1359" y="5421"/>
                  </a:cubicBezTo>
                  <a:lnTo>
                    <a:pt x="1330" y="5692"/>
                  </a:lnTo>
                  <a:cubicBezTo>
                    <a:pt x="1319" y="5789"/>
                    <a:pt x="1370" y="5882"/>
                    <a:pt x="1445" y="5939"/>
                  </a:cubicBezTo>
                  <a:cubicBezTo>
                    <a:pt x="1560" y="6020"/>
                    <a:pt x="1687" y="6094"/>
                    <a:pt x="1813" y="6152"/>
                  </a:cubicBezTo>
                  <a:cubicBezTo>
                    <a:pt x="1900" y="6192"/>
                    <a:pt x="2009" y="6187"/>
                    <a:pt x="2090" y="6129"/>
                  </a:cubicBezTo>
                  <a:lnTo>
                    <a:pt x="2303" y="5968"/>
                  </a:lnTo>
                  <a:cubicBezTo>
                    <a:pt x="2366" y="5922"/>
                    <a:pt x="2446" y="5905"/>
                    <a:pt x="2527" y="5928"/>
                  </a:cubicBezTo>
                  <a:lnTo>
                    <a:pt x="2527" y="5928"/>
                  </a:lnTo>
                  <a:cubicBezTo>
                    <a:pt x="2608" y="5951"/>
                    <a:pt x="2671" y="5997"/>
                    <a:pt x="2700" y="6077"/>
                  </a:cubicBezTo>
                  <a:lnTo>
                    <a:pt x="2809" y="6325"/>
                  </a:lnTo>
                  <a:cubicBezTo>
                    <a:pt x="2844" y="6411"/>
                    <a:pt x="2930" y="6474"/>
                    <a:pt x="3028" y="6480"/>
                  </a:cubicBezTo>
                  <a:cubicBezTo>
                    <a:pt x="3103" y="6486"/>
                    <a:pt x="3172" y="6486"/>
                    <a:pt x="3246" y="6486"/>
                  </a:cubicBezTo>
                  <a:cubicBezTo>
                    <a:pt x="3315" y="6486"/>
                    <a:pt x="3390" y="6486"/>
                    <a:pt x="3459" y="6480"/>
                  </a:cubicBezTo>
                  <a:cubicBezTo>
                    <a:pt x="3563" y="6474"/>
                    <a:pt x="3643" y="6417"/>
                    <a:pt x="3684" y="6325"/>
                  </a:cubicBezTo>
                  <a:lnTo>
                    <a:pt x="3793" y="6077"/>
                  </a:lnTo>
                  <a:cubicBezTo>
                    <a:pt x="3822" y="6008"/>
                    <a:pt x="3885" y="5951"/>
                    <a:pt x="3966" y="5928"/>
                  </a:cubicBezTo>
                  <a:lnTo>
                    <a:pt x="3966" y="5928"/>
                  </a:lnTo>
                  <a:cubicBezTo>
                    <a:pt x="4046" y="5905"/>
                    <a:pt x="4121" y="5922"/>
                    <a:pt x="4190" y="5968"/>
                  </a:cubicBezTo>
                  <a:lnTo>
                    <a:pt x="4403" y="6129"/>
                  </a:lnTo>
                  <a:cubicBezTo>
                    <a:pt x="4484" y="6187"/>
                    <a:pt x="4593" y="6198"/>
                    <a:pt x="4679" y="6152"/>
                  </a:cubicBezTo>
                  <a:cubicBezTo>
                    <a:pt x="4806" y="6083"/>
                    <a:pt x="4927" y="6014"/>
                    <a:pt x="5048" y="5939"/>
                  </a:cubicBezTo>
                  <a:cubicBezTo>
                    <a:pt x="5122" y="5882"/>
                    <a:pt x="5174" y="5789"/>
                    <a:pt x="5163" y="5692"/>
                  </a:cubicBezTo>
                  <a:lnTo>
                    <a:pt x="5134" y="5421"/>
                  </a:lnTo>
                  <a:cubicBezTo>
                    <a:pt x="5122" y="5346"/>
                    <a:pt x="5151" y="5266"/>
                    <a:pt x="5209" y="5208"/>
                  </a:cubicBezTo>
                  <a:lnTo>
                    <a:pt x="5209" y="5208"/>
                  </a:lnTo>
                  <a:cubicBezTo>
                    <a:pt x="5266" y="5151"/>
                    <a:pt x="5347" y="5122"/>
                    <a:pt x="5427" y="5128"/>
                  </a:cubicBezTo>
                  <a:lnTo>
                    <a:pt x="5692" y="5156"/>
                  </a:lnTo>
                  <a:cubicBezTo>
                    <a:pt x="5796" y="5174"/>
                    <a:pt x="5888" y="5122"/>
                    <a:pt x="5945" y="5041"/>
                  </a:cubicBezTo>
                  <a:cubicBezTo>
                    <a:pt x="6026" y="4926"/>
                    <a:pt x="6095" y="4805"/>
                    <a:pt x="6153" y="4673"/>
                  </a:cubicBezTo>
                  <a:cubicBezTo>
                    <a:pt x="6199" y="4587"/>
                    <a:pt x="6187" y="4483"/>
                    <a:pt x="6130" y="4403"/>
                  </a:cubicBezTo>
                  <a:lnTo>
                    <a:pt x="5974" y="4184"/>
                  </a:lnTo>
                  <a:cubicBezTo>
                    <a:pt x="5922" y="4121"/>
                    <a:pt x="5911" y="4040"/>
                    <a:pt x="5928" y="3965"/>
                  </a:cubicBezTo>
                  <a:lnTo>
                    <a:pt x="5928" y="3965"/>
                  </a:lnTo>
                  <a:cubicBezTo>
                    <a:pt x="5951" y="3885"/>
                    <a:pt x="6003" y="3821"/>
                    <a:pt x="6084" y="3793"/>
                  </a:cubicBezTo>
                  <a:lnTo>
                    <a:pt x="6325" y="3683"/>
                  </a:lnTo>
                  <a:cubicBezTo>
                    <a:pt x="6412" y="3649"/>
                    <a:pt x="6475" y="3562"/>
                    <a:pt x="6486" y="3459"/>
                  </a:cubicBezTo>
                  <a:cubicBezTo>
                    <a:pt x="6492" y="3390"/>
                    <a:pt x="6492" y="3315"/>
                    <a:pt x="6492" y="3246"/>
                  </a:cubicBezTo>
                  <a:cubicBezTo>
                    <a:pt x="6492" y="3171"/>
                    <a:pt x="6486" y="3102"/>
                    <a:pt x="6486" y="3027"/>
                  </a:cubicBezTo>
                  <a:close/>
                  <a:moveTo>
                    <a:pt x="3246" y="4368"/>
                  </a:moveTo>
                  <a:cubicBezTo>
                    <a:pt x="2625" y="4368"/>
                    <a:pt x="2124" y="3862"/>
                    <a:pt x="2124" y="3246"/>
                  </a:cubicBezTo>
                  <a:cubicBezTo>
                    <a:pt x="2124" y="2624"/>
                    <a:pt x="2625" y="2124"/>
                    <a:pt x="3246" y="2124"/>
                  </a:cubicBezTo>
                  <a:cubicBezTo>
                    <a:pt x="3868" y="2124"/>
                    <a:pt x="4369" y="2624"/>
                    <a:pt x="4369" y="3246"/>
                  </a:cubicBezTo>
                  <a:cubicBezTo>
                    <a:pt x="4369" y="3862"/>
                    <a:pt x="3868" y="4368"/>
                    <a:pt x="3246" y="4368"/>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4" name="Google Shape;494;p36">
              <a:extLst>
                <a:ext uri="{FF2B5EF4-FFF2-40B4-BE49-F238E27FC236}">
                  <a16:creationId xmlns:a16="http://schemas.microsoft.com/office/drawing/2014/main" id="{16165D25-0AA8-3E72-E8E1-F3F05E6F4030}"/>
                </a:ext>
              </a:extLst>
            </p:cNvPr>
            <p:cNvGrpSpPr/>
            <p:nvPr/>
          </p:nvGrpSpPr>
          <p:grpSpPr>
            <a:xfrm>
              <a:off x="7261919" y="2979030"/>
              <a:ext cx="842315" cy="841757"/>
              <a:chOff x="7273478" y="2705981"/>
              <a:chExt cx="1055136" cy="1054437"/>
            </a:xfrm>
          </p:grpSpPr>
          <p:sp>
            <p:nvSpPr>
              <p:cNvPr id="495" name="Google Shape;495;p36">
                <a:extLst>
                  <a:ext uri="{FF2B5EF4-FFF2-40B4-BE49-F238E27FC236}">
                    <a16:creationId xmlns:a16="http://schemas.microsoft.com/office/drawing/2014/main" id="{C9CBC4EC-7336-8747-9C2A-292A44E8C3B5}"/>
                  </a:ext>
                </a:extLst>
              </p:cNvPr>
              <p:cNvSpPr/>
              <p:nvPr/>
            </p:nvSpPr>
            <p:spPr>
              <a:xfrm>
                <a:off x="7363723" y="2795527"/>
                <a:ext cx="874273" cy="874273"/>
              </a:xfrm>
              <a:custGeom>
                <a:avLst/>
                <a:gdLst/>
                <a:ahLst/>
                <a:cxnLst/>
                <a:rect l="l" t="t" r="r" b="b"/>
                <a:pathLst>
                  <a:path w="13767" h="13767" extrusionOk="0">
                    <a:moveTo>
                      <a:pt x="13766" y="6884"/>
                    </a:moveTo>
                    <a:cubicBezTo>
                      <a:pt x="13766" y="10687"/>
                      <a:pt x="10682" y="13766"/>
                      <a:pt x="6883" y="13766"/>
                    </a:cubicBezTo>
                    <a:cubicBezTo>
                      <a:pt x="3080" y="13766"/>
                      <a:pt x="1" y="10687"/>
                      <a:pt x="1" y="6884"/>
                    </a:cubicBezTo>
                    <a:cubicBezTo>
                      <a:pt x="1" y="3080"/>
                      <a:pt x="3080" y="1"/>
                      <a:pt x="6883" y="1"/>
                    </a:cubicBezTo>
                    <a:cubicBezTo>
                      <a:pt x="10682" y="1"/>
                      <a:pt x="13766" y="3080"/>
                      <a:pt x="13766" y="688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6">
                <a:extLst>
                  <a:ext uri="{FF2B5EF4-FFF2-40B4-BE49-F238E27FC236}">
                    <a16:creationId xmlns:a16="http://schemas.microsoft.com/office/drawing/2014/main" id="{62BD8B86-6CB5-F122-DC9E-EFAEBD78E0F1}"/>
                  </a:ext>
                </a:extLst>
              </p:cNvPr>
              <p:cNvSpPr/>
              <p:nvPr/>
            </p:nvSpPr>
            <p:spPr>
              <a:xfrm>
                <a:off x="7273478" y="2705981"/>
                <a:ext cx="1055136" cy="1054437"/>
              </a:xfrm>
              <a:custGeom>
                <a:avLst/>
                <a:gdLst/>
                <a:ahLst/>
                <a:cxnLst/>
                <a:rect l="l" t="t" r="r" b="b"/>
                <a:pathLst>
                  <a:path w="16615" h="16604" extrusionOk="0">
                    <a:moveTo>
                      <a:pt x="8304" y="16604"/>
                    </a:moveTo>
                    <a:cubicBezTo>
                      <a:pt x="3724" y="16604"/>
                      <a:pt x="0" y="12874"/>
                      <a:pt x="0" y="8299"/>
                    </a:cubicBezTo>
                    <a:cubicBezTo>
                      <a:pt x="0" y="3718"/>
                      <a:pt x="3729" y="1"/>
                      <a:pt x="8304" y="1"/>
                    </a:cubicBezTo>
                    <a:cubicBezTo>
                      <a:pt x="12880" y="1"/>
                      <a:pt x="16603" y="3724"/>
                      <a:pt x="16603" y="8299"/>
                    </a:cubicBezTo>
                    <a:cubicBezTo>
                      <a:pt x="16614" y="12874"/>
                      <a:pt x="12885" y="16604"/>
                      <a:pt x="8304" y="16604"/>
                    </a:cubicBezTo>
                    <a:close/>
                    <a:moveTo>
                      <a:pt x="8304" y="99"/>
                    </a:moveTo>
                    <a:cubicBezTo>
                      <a:pt x="3787" y="99"/>
                      <a:pt x="110" y="3776"/>
                      <a:pt x="110" y="8294"/>
                    </a:cubicBezTo>
                    <a:cubicBezTo>
                      <a:pt x="110" y="12811"/>
                      <a:pt x="3787" y="16488"/>
                      <a:pt x="8304" y="16488"/>
                    </a:cubicBezTo>
                    <a:cubicBezTo>
                      <a:pt x="12822" y="16488"/>
                      <a:pt x="16499" y="12811"/>
                      <a:pt x="16499" y="8294"/>
                    </a:cubicBezTo>
                    <a:cubicBezTo>
                      <a:pt x="16499" y="3776"/>
                      <a:pt x="12822" y="99"/>
                      <a:pt x="8304" y="99"/>
                    </a:cubicBezTo>
                    <a:close/>
                  </a:path>
                </a:pathLst>
              </a:custGeom>
              <a:solidFill>
                <a:srgbClr val="134F5C">
                  <a:alpha val="5660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6">
                <a:extLst>
                  <a:ext uri="{FF2B5EF4-FFF2-40B4-BE49-F238E27FC236}">
                    <a16:creationId xmlns:a16="http://schemas.microsoft.com/office/drawing/2014/main" id="{EDC67341-FEB4-5C97-DC55-133D7C769930}"/>
                  </a:ext>
                </a:extLst>
              </p:cNvPr>
              <p:cNvSpPr/>
              <p:nvPr/>
            </p:nvSpPr>
            <p:spPr>
              <a:xfrm>
                <a:off x="7594909" y="3046603"/>
                <a:ext cx="412274" cy="411957"/>
              </a:xfrm>
              <a:custGeom>
                <a:avLst/>
                <a:gdLst/>
                <a:ahLst/>
                <a:cxnLst/>
                <a:rect l="l" t="t" r="r" b="b"/>
                <a:pathLst>
                  <a:path w="6492" h="6487" fill="none" extrusionOk="0">
                    <a:moveTo>
                      <a:pt x="6486" y="3028"/>
                    </a:moveTo>
                    <a:cubicBezTo>
                      <a:pt x="6475" y="2930"/>
                      <a:pt x="6417" y="2844"/>
                      <a:pt x="6325" y="2804"/>
                    </a:cubicBezTo>
                    <a:lnTo>
                      <a:pt x="6083" y="2700"/>
                    </a:lnTo>
                    <a:cubicBezTo>
                      <a:pt x="6009" y="2671"/>
                      <a:pt x="5951" y="2602"/>
                      <a:pt x="5928" y="2527"/>
                    </a:cubicBezTo>
                    <a:lnTo>
                      <a:pt x="5928" y="2527"/>
                    </a:lnTo>
                    <a:cubicBezTo>
                      <a:pt x="5911" y="2447"/>
                      <a:pt x="5922" y="2366"/>
                      <a:pt x="5974" y="2303"/>
                    </a:cubicBezTo>
                    <a:lnTo>
                      <a:pt x="6129" y="2084"/>
                    </a:lnTo>
                    <a:cubicBezTo>
                      <a:pt x="6187" y="2004"/>
                      <a:pt x="6204" y="1900"/>
                      <a:pt x="6152" y="1814"/>
                    </a:cubicBezTo>
                    <a:cubicBezTo>
                      <a:pt x="6089" y="1681"/>
                      <a:pt x="6014" y="1561"/>
                      <a:pt x="5945" y="1445"/>
                    </a:cubicBezTo>
                    <a:cubicBezTo>
                      <a:pt x="5888" y="1365"/>
                      <a:pt x="5796" y="1313"/>
                      <a:pt x="5692" y="1330"/>
                    </a:cubicBezTo>
                    <a:lnTo>
                      <a:pt x="5427" y="1359"/>
                    </a:lnTo>
                    <a:cubicBezTo>
                      <a:pt x="5347" y="1365"/>
                      <a:pt x="5266" y="1336"/>
                      <a:pt x="5209" y="1279"/>
                    </a:cubicBezTo>
                    <a:lnTo>
                      <a:pt x="5209" y="1279"/>
                    </a:lnTo>
                    <a:cubicBezTo>
                      <a:pt x="5151" y="1221"/>
                      <a:pt x="5122" y="1140"/>
                      <a:pt x="5128" y="1066"/>
                    </a:cubicBezTo>
                    <a:lnTo>
                      <a:pt x="5157" y="795"/>
                    </a:lnTo>
                    <a:cubicBezTo>
                      <a:pt x="5174" y="697"/>
                      <a:pt x="5122" y="605"/>
                      <a:pt x="5042" y="548"/>
                    </a:cubicBezTo>
                    <a:cubicBezTo>
                      <a:pt x="4927" y="467"/>
                      <a:pt x="4806" y="392"/>
                      <a:pt x="4679" y="335"/>
                    </a:cubicBezTo>
                    <a:cubicBezTo>
                      <a:pt x="4593" y="294"/>
                      <a:pt x="4483" y="300"/>
                      <a:pt x="4403" y="358"/>
                    </a:cubicBezTo>
                    <a:lnTo>
                      <a:pt x="4190" y="519"/>
                    </a:lnTo>
                    <a:cubicBezTo>
                      <a:pt x="4121" y="565"/>
                      <a:pt x="4046" y="582"/>
                      <a:pt x="3966" y="559"/>
                    </a:cubicBezTo>
                    <a:lnTo>
                      <a:pt x="3966" y="559"/>
                    </a:lnTo>
                    <a:cubicBezTo>
                      <a:pt x="3885" y="536"/>
                      <a:pt x="3822" y="490"/>
                      <a:pt x="3793" y="410"/>
                    </a:cubicBezTo>
                    <a:lnTo>
                      <a:pt x="3684" y="162"/>
                    </a:lnTo>
                    <a:cubicBezTo>
                      <a:pt x="3649" y="76"/>
                      <a:pt x="3563" y="13"/>
                      <a:pt x="3459" y="7"/>
                    </a:cubicBezTo>
                    <a:cubicBezTo>
                      <a:pt x="3390" y="1"/>
                      <a:pt x="3315" y="1"/>
                      <a:pt x="3246" y="1"/>
                    </a:cubicBezTo>
                    <a:cubicBezTo>
                      <a:pt x="3171" y="1"/>
                      <a:pt x="3102" y="1"/>
                      <a:pt x="3028" y="7"/>
                    </a:cubicBezTo>
                    <a:cubicBezTo>
                      <a:pt x="2930" y="13"/>
                      <a:pt x="2849" y="70"/>
                      <a:pt x="2809" y="162"/>
                    </a:cubicBezTo>
                    <a:lnTo>
                      <a:pt x="2699" y="410"/>
                    </a:lnTo>
                    <a:cubicBezTo>
                      <a:pt x="2665" y="479"/>
                      <a:pt x="2607" y="536"/>
                      <a:pt x="2527" y="559"/>
                    </a:cubicBezTo>
                    <a:lnTo>
                      <a:pt x="2527" y="559"/>
                    </a:lnTo>
                    <a:cubicBezTo>
                      <a:pt x="2446" y="582"/>
                      <a:pt x="2366" y="565"/>
                      <a:pt x="2302" y="519"/>
                    </a:cubicBezTo>
                    <a:lnTo>
                      <a:pt x="2089" y="358"/>
                    </a:lnTo>
                    <a:cubicBezTo>
                      <a:pt x="2009" y="300"/>
                      <a:pt x="1900" y="289"/>
                      <a:pt x="1813" y="335"/>
                    </a:cubicBezTo>
                    <a:cubicBezTo>
                      <a:pt x="1687" y="404"/>
                      <a:pt x="1560" y="473"/>
                      <a:pt x="1445" y="548"/>
                    </a:cubicBezTo>
                    <a:cubicBezTo>
                      <a:pt x="1370" y="605"/>
                      <a:pt x="1318" y="697"/>
                      <a:pt x="1330" y="795"/>
                    </a:cubicBezTo>
                    <a:lnTo>
                      <a:pt x="1359" y="1066"/>
                    </a:lnTo>
                    <a:cubicBezTo>
                      <a:pt x="1370" y="1140"/>
                      <a:pt x="1341" y="1221"/>
                      <a:pt x="1284" y="1279"/>
                    </a:cubicBezTo>
                    <a:lnTo>
                      <a:pt x="1284" y="1279"/>
                    </a:lnTo>
                    <a:cubicBezTo>
                      <a:pt x="1226" y="1336"/>
                      <a:pt x="1146" y="1365"/>
                      <a:pt x="1065" y="1359"/>
                    </a:cubicBezTo>
                    <a:lnTo>
                      <a:pt x="800" y="1330"/>
                    </a:lnTo>
                    <a:cubicBezTo>
                      <a:pt x="697" y="1313"/>
                      <a:pt x="605" y="1365"/>
                      <a:pt x="547" y="1445"/>
                    </a:cubicBezTo>
                    <a:cubicBezTo>
                      <a:pt x="467" y="1561"/>
                      <a:pt x="398" y="1681"/>
                      <a:pt x="340" y="1814"/>
                    </a:cubicBezTo>
                    <a:cubicBezTo>
                      <a:pt x="294" y="1900"/>
                      <a:pt x="305" y="2004"/>
                      <a:pt x="363" y="2084"/>
                    </a:cubicBezTo>
                    <a:lnTo>
                      <a:pt x="518" y="2303"/>
                    </a:lnTo>
                    <a:cubicBezTo>
                      <a:pt x="570" y="2366"/>
                      <a:pt x="582" y="2447"/>
                      <a:pt x="564" y="2527"/>
                    </a:cubicBezTo>
                    <a:lnTo>
                      <a:pt x="564" y="2527"/>
                    </a:lnTo>
                    <a:cubicBezTo>
                      <a:pt x="541" y="2602"/>
                      <a:pt x="490" y="2671"/>
                      <a:pt x="409" y="2700"/>
                    </a:cubicBezTo>
                    <a:lnTo>
                      <a:pt x="167" y="2804"/>
                    </a:lnTo>
                    <a:cubicBezTo>
                      <a:pt x="81" y="2844"/>
                      <a:pt x="18" y="2924"/>
                      <a:pt x="6" y="3028"/>
                    </a:cubicBezTo>
                    <a:cubicBezTo>
                      <a:pt x="0" y="3103"/>
                      <a:pt x="0" y="3172"/>
                      <a:pt x="0" y="3247"/>
                    </a:cubicBezTo>
                    <a:cubicBezTo>
                      <a:pt x="0" y="3316"/>
                      <a:pt x="0" y="3391"/>
                      <a:pt x="6" y="3460"/>
                    </a:cubicBezTo>
                    <a:cubicBezTo>
                      <a:pt x="18" y="3563"/>
                      <a:pt x="75" y="3650"/>
                      <a:pt x="167" y="3684"/>
                    </a:cubicBezTo>
                    <a:lnTo>
                      <a:pt x="409" y="3793"/>
                    </a:lnTo>
                    <a:cubicBezTo>
                      <a:pt x="484" y="3828"/>
                      <a:pt x="541" y="3886"/>
                      <a:pt x="564" y="3966"/>
                    </a:cubicBezTo>
                    <a:lnTo>
                      <a:pt x="564" y="3966"/>
                    </a:lnTo>
                    <a:cubicBezTo>
                      <a:pt x="582" y="4041"/>
                      <a:pt x="570" y="4121"/>
                      <a:pt x="518" y="4185"/>
                    </a:cubicBezTo>
                    <a:lnTo>
                      <a:pt x="363" y="4403"/>
                    </a:lnTo>
                    <a:cubicBezTo>
                      <a:pt x="305" y="4484"/>
                      <a:pt x="288" y="4588"/>
                      <a:pt x="340" y="4674"/>
                    </a:cubicBezTo>
                    <a:cubicBezTo>
                      <a:pt x="403" y="4806"/>
                      <a:pt x="478" y="4927"/>
                      <a:pt x="547" y="5042"/>
                    </a:cubicBezTo>
                    <a:cubicBezTo>
                      <a:pt x="605" y="5123"/>
                      <a:pt x="697" y="5175"/>
                      <a:pt x="800" y="5157"/>
                    </a:cubicBezTo>
                    <a:lnTo>
                      <a:pt x="1065" y="5129"/>
                    </a:lnTo>
                    <a:cubicBezTo>
                      <a:pt x="1146" y="5123"/>
                      <a:pt x="1226" y="5152"/>
                      <a:pt x="1284" y="5209"/>
                    </a:cubicBezTo>
                    <a:lnTo>
                      <a:pt x="1284" y="5209"/>
                    </a:lnTo>
                    <a:cubicBezTo>
                      <a:pt x="1341" y="5267"/>
                      <a:pt x="1370" y="5347"/>
                      <a:pt x="1359" y="5422"/>
                    </a:cubicBezTo>
                    <a:lnTo>
                      <a:pt x="1330" y="5693"/>
                    </a:lnTo>
                    <a:cubicBezTo>
                      <a:pt x="1318" y="5790"/>
                      <a:pt x="1370" y="5882"/>
                      <a:pt x="1445" y="5940"/>
                    </a:cubicBezTo>
                    <a:cubicBezTo>
                      <a:pt x="1560" y="6021"/>
                      <a:pt x="1687" y="6095"/>
                      <a:pt x="1813" y="6153"/>
                    </a:cubicBezTo>
                    <a:cubicBezTo>
                      <a:pt x="1900" y="6193"/>
                      <a:pt x="2009" y="6187"/>
                      <a:pt x="2089" y="6130"/>
                    </a:cubicBezTo>
                    <a:lnTo>
                      <a:pt x="2302" y="5969"/>
                    </a:lnTo>
                    <a:cubicBezTo>
                      <a:pt x="2366" y="5923"/>
                      <a:pt x="2446" y="5905"/>
                      <a:pt x="2527" y="5928"/>
                    </a:cubicBezTo>
                    <a:lnTo>
                      <a:pt x="2527" y="5928"/>
                    </a:lnTo>
                    <a:cubicBezTo>
                      <a:pt x="2607" y="5951"/>
                      <a:pt x="2671" y="5998"/>
                      <a:pt x="2699" y="6078"/>
                    </a:cubicBezTo>
                    <a:lnTo>
                      <a:pt x="2809" y="6326"/>
                    </a:lnTo>
                    <a:cubicBezTo>
                      <a:pt x="2843" y="6412"/>
                      <a:pt x="2930" y="6475"/>
                      <a:pt x="3028" y="6481"/>
                    </a:cubicBezTo>
                    <a:cubicBezTo>
                      <a:pt x="3102" y="6487"/>
                      <a:pt x="3171" y="6487"/>
                      <a:pt x="3246" y="6487"/>
                    </a:cubicBezTo>
                    <a:cubicBezTo>
                      <a:pt x="3315" y="6487"/>
                      <a:pt x="3390" y="6487"/>
                      <a:pt x="3459" y="6481"/>
                    </a:cubicBezTo>
                    <a:cubicBezTo>
                      <a:pt x="3563" y="6475"/>
                      <a:pt x="3649" y="6418"/>
                      <a:pt x="3684" y="6326"/>
                    </a:cubicBezTo>
                    <a:lnTo>
                      <a:pt x="3793" y="6078"/>
                    </a:lnTo>
                    <a:cubicBezTo>
                      <a:pt x="3827" y="6009"/>
                      <a:pt x="3885" y="5951"/>
                      <a:pt x="3966" y="5928"/>
                    </a:cubicBezTo>
                    <a:lnTo>
                      <a:pt x="3966" y="5928"/>
                    </a:lnTo>
                    <a:cubicBezTo>
                      <a:pt x="4046" y="5905"/>
                      <a:pt x="4121" y="5923"/>
                      <a:pt x="4190" y="5969"/>
                    </a:cubicBezTo>
                    <a:lnTo>
                      <a:pt x="4403" y="6130"/>
                    </a:lnTo>
                    <a:cubicBezTo>
                      <a:pt x="4483" y="6187"/>
                      <a:pt x="4593" y="6199"/>
                      <a:pt x="4679" y="6153"/>
                    </a:cubicBezTo>
                    <a:cubicBezTo>
                      <a:pt x="4806" y="6084"/>
                      <a:pt x="4927" y="6015"/>
                      <a:pt x="5042" y="5940"/>
                    </a:cubicBezTo>
                    <a:cubicBezTo>
                      <a:pt x="5122" y="5882"/>
                      <a:pt x="5174" y="5790"/>
                      <a:pt x="5157" y="5693"/>
                    </a:cubicBezTo>
                    <a:lnTo>
                      <a:pt x="5128" y="5422"/>
                    </a:lnTo>
                    <a:cubicBezTo>
                      <a:pt x="5122" y="5347"/>
                      <a:pt x="5151" y="5267"/>
                      <a:pt x="5209" y="5209"/>
                    </a:cubicBezTo>
                    <a:lnTo>
                      <a:pt x="5209" y="5209"/>
                    </a:lnTo>
                    <a:cubicBezTo>
                      <a:pt x="5266" y="5152"/>
                      <a:pt x="5347" y="5123"/>
                      <a:pt x="5427" y="5129"/>
                    </a:cubicBezTo>
                    <a:lnTo>
                      <a:pt x="5692" y="5157"/>
                    </a:lnTo>
                    <a:cubicBezTo>
                      <a:pt x="5796" y="5175"/>
                      <a:pt x="5888" y="5123"/>
                      <a:pt x="5945" y="5042"/>
                    </a:cubicBezTo>
                    <a:cubicBezTo>
                      <a:pt x="6026" y="4927"/>
                      <a:pt x="6095" y="4806"/>
                      <a:pt x="6152" y="4674"/>
                    </a:cubicBezTo>
                    <a:cubicBezTo>
                      <a:pt x="6198" y="4588"/>
                      <a:pt x="6187" y="4484"/>
                      <a:pt x="6129" y="4403"/>
                    </a:cubicBezTo>
                    <a:lnTo>
                      <a:pt x="5974" y="4185"/>
                    </a:lnTo>
                    <a:cubicBezTo>
                      <a:pt x="5922" y="4121"/>
                      <a:pt x="5911" y="4041"/>
                      <a:pt x="5928" y="3966"/>
                    </a:cubicBezTo>
                    <a:lnTo>
                      <a:pt x="5928" y="3966"/>
                    </a:lnTo>
                    <a:cubicBezTo>
                      <a:pt x="5951" y="3886"/>
                      <a:pt x="6003" y="3822"/>
                      <a:pt x="6083" y="3793"/>
                    </a:cubicBezTo>
                    <a:lnTo>
                      <a:pt x="6325" y="3684"/>
                    </a:lnTo>
                    <a:cubicBezTo>
                      <a:pt x="6411" y="3650"/>
                      <a:pt x="6475" y="3563"/>
                      <a:pt x="6486" y="3460"/>
                    </a:cubicBezTo>
                    <a:cubicBezTo>
                      <a:pt x="6492" y="3391"/>
                      <a:pt x="6492" y="3316"/>
                      <a:pt x="6492" y="3247"/>
                    </a:cubicBezTo>
                    <a:cubicBezTo>
                      <a:pt x="6492" y="3172"/>
                      <a:pt x="6486" y="3103"/>
                      <a:pt x="6486" y="3028"/>
                    </a:cubicBezTo>
                    <a:close/>
                    <a:moveTo>
                      <a:pt x="3246" y="4369"/>
                    </a:moveTo>
                    <a:cubicBezTo>
                      <a:pt x="2630" y="4369"/>
                      <a:pt x="2124" y="3862"/>
                      <a:pt x="2124" y="3247"/>
                    </a:cubicBezTo>
                    <a:cubicBezTo>
                      <a:pt x="2124" y="2625"/>
                      <a:pt x="2630" y="2125"/>
                      <a:pt x="3246" y="2125"/>
                    </a:cubicBezTo>
                    <a:cubicBezTo>
                      <a:pt x="3868" y="2125"/>
                      <a:pt x="4368" y="2625"/>
                      <a:pt x="4368" y="3247"/>
                    </a:cubicBezTo>
                    <a:cubicBezTo>
                      <a:pt x="4368" y="3862"/>
                      <a:pt x="3868" y="4369"/>
                      <a:pt x="3246" y="4369"/>
                    </a:cubicBezTo>
                    <a:close/>
                  </a:path>
                </a:pathLst>
              </a:custGeom>
              <a:solidFill>
                <a:schemeClr val="accent4"/>
              </a:solidFill>
              <a:ln w="28575" cap="flat" cmpd="sng">
                <a:solidFill>
                  <a:schemeClr val="accent4"/>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 name="Google Shape;498;p36">
              <a:extLst>
                <a:ext uri="{FF2B5EF4-FFF2-40B4-BE49-F238E27FC236}">
                  <a16:creationId xmlns:a16="http://schemas.microsoft.com/office/drawing/2014/main" id="{32473695-7A88-C5D2-8D84-84AF77BC384B}"/>
                </a:ext>
              </a:extLst>
            </p:cNvPr>
            <p:cNvGrpSpPr/>
            <p:nvPr/>
          </p:nvGrpSpPr>
          <p:grpSpPr>
            <a:xfrm>
              <a:off x="7287500" y="1402030"/>
              <a:ext cx="791159" cy="608287"/>
              <a:chOff x="7349773" y="264075"/>
              <a:chExt cx="961077" cy="738930"/>
            </a:xfrm>
          </p:grpSpPr>
          <p:sp>
            <p:nvSpPr>
              <p:cNvPr id="499" name="Google Shape;499;p36">
                <a:extLst>
                  <a:ext uri="{FF2B5EF4-FFF2-40B4-BE49-F238E27FC236}">
                    <a16:creationId xmlns:a16="http://schemas.microsoft.com/office/drawing/2014/main" id="{538795C3-81B9-F28D-8356-E68637ECE8CD}"/>
                  </a:ext>
                </a:extLst>
              </p:cNvPr>
              <p:cNvSpPr/>
              <p:nvPr/>
            </p:nvSpPr>
            <p:spPr>
              <a:xfrm>
                <a:off x="7349773" y="516552"/>
                <a:ext cx="280396" cy="280396"/>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6">
                <a:extLst>
                  <a:ext uri="{FF2B5EF4-FFF2-40B4-BE49-F238E27FC236}">
                    <a16:creationId xmlns:a16="http://schemas.microsoft.com/office/drawing/2014/main" id="{15143D45-A184-E9B2-C7E7-0D8F757ADA25}"/>
                  </a:ext>
                </a:extLst>
              </p:cNvPr>
              <p:cNvSpPr/>
              <p:nvPr/>
            </p:nvSpPr>
            <p:spPr>
              <a:xfrm>
                <a:off x="7766124" y="796950"/>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6">
                <a:extLst>
                  <a:ext uri="{FF2B5EF4-FFF2-40B4-BE49-F238E27FC236}">
                    <a16:creationId xmlns:a16="http://schemas.microsoft.com/office/drawing/2014/main" id="{9EB908BC-54BF-C8E9-1DF7-BC83C193E9BB}"/>
                  </a:ext>
                </a:extLst>
              </p:cNvPr>
              <p:cNvSpPr/>
              <p:nvPr/>
            </p:nvSpPr>
            <p:spPr>
              <a:xfrm>
                <a:off x="8159525" y="264075"/>
                <a:ext cx="151325" cy="15132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502" name="Google Shape;502;p36">
            <a:extLst>
              <a:ext uri="{FF2B5EF4-FFF2-40B4-BE49-F238E27FC236}">
                <a16:creationId xmlns:a16="http://schemas.microsoft.com/office/drawing/2014/main" id="{FEC49D87-2276-4CF9-1CD7-8C5CEC8AFD3B}"/>
              </a:ext>
            </a:extLst>
          </p:cNvPr>
          <p:cNvCxnSpPr>
            <a:cxnSpLocks/>
            <a:stCxn id="467" idx="3"/>
          </p:cNvCxnSpPr>
          <p:nvPr/>
        </p:nvCxnSpPr>
        <p:spPr>
          <a:xfrm rot="10800000" flipH="1">
            <a:off x="4764900" y="1058050"/>
            <a:ext cx="240900" cy="2436300"/>
          </a:xfrm>
          <a:prstGeom prst="bentConnector2">
            <a:avLst/>
          </a:prstGeom>
          <a:noFill/>
          <a:ln w="19050" cap="flat" cmpd="sng">
            <a:solidFill>
              <a:schemeClr val="lt2"/>
            </a:solidFill>
            <a:prstDash val="solid"/>
            <a:round/>
            <a:headEnd type="none" w="med" len="med"/>
            <a:tailEnd type="oval" w="med" len="med"/>
          </a:ln>
        </p:spPr>
      </p:cxnSp>
      <p:cxnSp>
        <p:nvCxnSpPr>
          <p:cNvPr id="503" name="Google Shape;503;p36">
            <a:extLst>
              <a:ext uri="{FF2B5EF4-FFF2-40B4-BE49-F238E27FC236}">
                <a16:creationId xmlns:a16="http://schemas.microsoft.com/office/drawing/2014/main" id="{E6B183E9-6DC0-35BD-F6E1-4053407565C8}"/>
              </a:ext>
            </a:extLst>
          </p:cNvPr>
          <p:cNvCxnSpPr/>
          <p:nvPr/>
        </p:nvCxnSpPr>
        <p:spPr>
          <a:xfrm rot="10800000" flipH="1">
            <a:off x="-329025" y="4087775"/>
            <a:ext cx="3096900" cy="913200"/>
          </a:xfrm>
          <a:prstGeom prst="bentConnector3">
            <a:avLst>
              <a:gd name="adj1" fmla="val 50000"/>
            </a:avLst>
          </a:prstGeom>
          <a:noFill/>
          <a:ln w="19050" cap="flat" cmpd="sng">
            <a:solidFill>
              <a:schemeClr val="lt2"/>
            </a:solidFill>
            <a:prstDash val="solid"/>
            <a:round/>
            <a:headEnd type="none" w="med" len="med"/>
            <a:tailEnd type="oval" w="med" len="med"/>
          </a:ln>
        </p:spPr>
      </p:cxnSp>
    </p:spTree>
    <p:extLst>
      <p:ext uri="{BB962C8B-B14F-4D97-AF65-F5344CB8AC3E}">
        <p14:creationId xmlns:p14="http://schemas.microsoft.com/office/powerpoint/2010/main" val="4355766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7A0102BA-83C3-44DF-0C46-62DA934AC8FF}"/>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26FC1B7A-1028-61BE-674E-1158C008F9C6}"/>
              </a:ext>
            </a:extLst>
          </p:cNvPr>
          <p:cNvPicPr>
            <a:picLocks noChangeAspect="1"/>
          </p:cNvPicPr>
          <p:nvPr/>
        </p:nvPicPr>
        <p:blipFill>
          <a:blip r:embed="rId3"/>
          <a:stretch>
            <a:fillRect/>
          </a:stretch>
        </p:blipFill>
        <p:spPr>
          <a:xfrm>
            <a:off x="859207" y="980001"/>
            <a:ext cx="3700780" cy="2164430"/>
          </a:xfrm>
          <a:prstGeom prst="rect">
            <a:avLst/>
          </a:prstGeom>
        </p:spPr>
      </p:pic>
      <p:pic>
        <p:nvPicPr>
          <p:cNvPr id="4098" name="Picture 2">
            <a:extLst>
              <a:ext uri="{FF2B5EF4-FFF2-40B4-BE49-F238E27FC236}">
                <a16:creationId xmlns:a16="http://schemas.microsoft.com/office/drawing/2014/main" id="{A3ABD380-BD29-4201-E156-D960CA5AC2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5841" y="980001"/>
            <a:ext cx="3468952" cy="216809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A8E636F-B946-0972-C5B8-9BEC43FBB120}"/>
              </a:ext>
            </a:extLst>
          </p:cNvPr>
          <p:cNvSpPr txBox="1"/>
          <p:nvPr/>
        </p:nvSpPr>
        <p:spPr>
          <a:xfrm>
            <a:off x="718820" y="3176508"/>
            <a:ext cx="5638800" cy="923330"/>
          </a:xfrm>
          <a:prstGeom prst="rect">
            <a:avLst/>
          </a:prstGeom>
          <a:noFill/>
        </p:spPr>
        <p:txBody>
          <a:bodyPr wrap="square">
            <a:spAutoFit/>
          </a:bodyPr>
          <a:lstStyle/>
          <a:p>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compares the mean cross-validation accuracy of difference machine learning models evaluated using</a:t>
            </a:r>
          </a:p>
          <a:p>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 five-fold stratified cross validation.</a:t>
            </a:r>
          </a:p>
        </p:txBody>
      </p:sp>
      <p:sp>
        <p:nvSpPr>
          <p:cNvPr id="7" name="TextBox 6">
            <a:extLst>
              <a:ext uri="{FF2B5EF4-FFF2-40B4-BE49-F238E27FC236}">
                <a16:creationId xmlns:a16="http://schemas.microsoft.com/office/drawing/2014/main" id="{8E48E64F-0C6F-B7DD-1F43-42A42CC99591}"/>
              </a:ext>
            </a:extLst>
          </p:cNvPr>
          <p:cNvSpPr txBox="1"/>
          <p:nvPr/>
        </p:nvSpPr>
        <p:spPr>
          <a:xfrm>
            <a:off x="859207" y="469307"/>
            <a:ext cx="5638800" cy="400110"/>
          </a:xfrm>
          <a:prstGeom prst="rect">
            <a:avLst/>
          </a:prstGeom>
          <a:noFill/>
        </p:spPr>
        <p:txBody>
          <a:bodyPr wrap="square">
            <a:spAutoFit/>
          </a:bodyPr>
          <a:lstStyle/>
          <a:p>
            <a:r>
              <a:rPr lang="en-US" sz="2000" dirty="0">
                <a:solidFill>
                  <a:schemeClr val="tx1"/>
                </a:solidFill>
                <a:latin typeface="Sora" panose="020B0604020202020204" charset="0"/>
                <a:ea typeface="Calibri" panose="020F0502020204030204" pitchFamily="34" charset="0"/>
                <a:cs typeface="Sora" panose="020B0604020202020204" charset="0"/>
              </a:rPr>
              <a:t>Model comparison using cross-validation</a:t>
            </a:r>
          </a:p>
        </p:txBody>
      </p:sp>
    </p:spTree>
    <p:extLst>
      <p:ext uri="{BB962C8B-B14F-4D97-AF65-F5344CB8AC3E}">
        <p14:creationId xmlns:p14="http://schemas.microsoft.com/office/powerpoint/2010/main" val="1601979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92B5D1D1-C0FE-F7B0-B4F6-739B5A82995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69EB768-6785-824D-B13A-8C1F45A2F74A}"/>
              </a:ext>
            </a:extLst>
          </p:cNvPr>
          <p:cNvPicPr>
            <a:picLocks noChangeAspect="1"/>
          </p:cNvPicPr>
          <p:nvPr/>
        </p:nvPicPr>
        <p:blipFill>
          <a:blip r:embed="rId3"/>
          <a:stretch>
            <a:fillRect/>
          </a:stretch>
        </p:blipFill>
        <p:spPr>
          <a:xfrm>
            <a:off x="1444634" y="2629628"/>
            <a:ext cx="6027420" cy="1303133"/>
          </a:xfrm>
          <a:prstGeom prst="rect">
            <a:avLst/>
          </a:prstGeom>
        </p:spPr>
      </p:pic>
      <p:sp>
        <p:nvSpPr>
          <p:cNvPr id="5" name="TextBox 4">
            <a:extLst>
              <a:ext uri="{FF2B5EF4-FFF2-40B4-BE49-F238E27FC236}">
                <a16:creationId xmlns:a16="http://schemas.microsoft.com/office/drawing/2014/main" id="{F4291EFC-D0EF-5B69-33D7-7D1CD2433A40}"/>
              </a:ext>
            </a:extLst>
          </p:cNvPr>
          <p:cNvSpPr txBox="1"/>
          <p:nvPr/>
        </p:nvSpPr>
        <p:spPr>
          <a:xfrm>
            <a:off x="800100" y="2171640"/>
            <a:ext cx="4734560" cy="400110"/>
          </a:xfrm>
          <a:prstGeom prst="rect">
            <a:avLst/>
          </a:prstGeom>
          <a:noFill/>
        </p:spPr>
        <p:txBody>
          <a:bodyPr wrap="square">
            <a:spAutoFit/>
          </a:bodyPr>
          <a:lstStyle/>
          <a:p>
            <a:r>
              <a:rPr lang="en-US" sz="2000" dirty="0">
                <a:solidFill>
                  <a:schemeClr val="tx1"/>
                </a:solidFill>
                <a:latin typeface="Sora" panose="020B0604020202020204" charset="0"/>
                <a:cs typeface="Sora" panose="020B0604020202020204" charset="0"/>
              </a:rPr>
              <a:t>CV Results</a:t>
            </a:r>
          </a:p>
        </p:txBody>
      </p:sp>
      <p:sp>
        <p:nvSpPr>
          <p:cNvPr id="7" name="TextBox 6">
            <a:extLst>
              <a:ext uri="{FF2B5EF4-FFF2-40B4-BE49-F238E27FC236}">
                <a16:creationId xmlns:a16="http://schemas.microsoft.com/office/drawing/2014/main" id="{4D12FE16-9BF9-A989-2278-5EB9E4CA6623}"/>
              </a:ext>
            </a:extLst>
          </p:cNvPr>
          <p:cNvSpPr txBox="1"/>
          <p:nvPr/>
        </p:nvSpPr>
        <p:spPr>
          <a:xfrm>
            <a:off x="800100" y="515620"/>
            <a:ext cx="1914307" cy="400110"/>
          </a:xfrm>
          <a:prstGeom prst="rect">
            <a:avLst/>
          </a:prstGeom>
          <a:noFill/>
        </p:spPr>
        <p:txBody>
          <a:bodyPr wrap="none" rtlCol="0">
            <a:spAutoFit/>
          </a:bodyPr>
          <a:lstStyle/>
          <a:p>
            <a:r>
              <a:rPr lang="en-US" sz="2000" dirty="0">
                <a:solidFill>
                  <a:schemeClr val="tx1"/>
                </a:solidFill>
                <a:latin typeface="Sora" panose="020B0604020202020204" charset="0"/>
                <a:cs typeface="Sora" panose="020B0604020202020204" charset="0"/>
              </a:rPr>
              <a:t>Train metrics</a:t>
            </a:r>
          </a:p>
        </p:txBody>
      </p:sp>
      <p:pic>
        <p:nvPicPr>
          <p:cNvPr id="4" name="Picture 3">
            <a:extLst>
              <a:ext uri="{FF2B5EF4-FFF2-40B4-BE49-F238E27FC236}">
                <a16:creationId xmlns:a16="http://schemas.microsoft.com/office/drawing/2014/main" id="{1AB77698-FBB1-4EFE-9751-57271AFDB343}"/>
              </a:ext>
            </a:extLst>
          </p:cNvPr>
          <p:cNvPicPr>
            <a:picLocks noChangeAspect="1"/>
          </p:cNvPicPr>
          <p:nvPr/>
        </p:nvPicPr>
        <p:blipFill>
          <a:blip r:embed="rId4"/>
          <a:stretch>
            <a:fillRect/>
          </a:stretch>
        </p:blipFill>
        <p:spPr>
          <a:xfrm>
            <a:off x="1594173" y="915730"/>
            <a:ext cx="5728341" cy="1272965"/>
          </a:xfrm>
          <a:prstGeom prst="rect">
            <a:avLst/>
          </a:prstGeom>
        </p:spPr>
      </p:pic>
    </p:spTree>
    <p:extLst>
      <p:ext uri="{BB962C8B-B14F-4D97-AF65-F5344CB8AC3E}">
        <p14:creationId xmlns:p14="http://schemas.microsoft.com/office/powerpoint/2010/main" val="22512558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AB242E89-908C-CBF2-C7E6-24C5BBB4B14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4A66129-7CE8-0F47-1612-4EA9DFC7F309}"/>
              </a:ext>
            </a:extLst>
          </p:cNvPr>
          <p:cNvPicPr>
            <a:picLocks noChangeAspect="1"/>
          </p:cNvPicPr>
          <p:nvPr/>
        </p:nvPicPr>
        <p:blipFill>
          <a:blip r:embed="rId3"/>
          <a:stretch>
            <a:fillRect/>
          </a:stretch>
        </p:blipFill>
        <p:spPr>
          <a:xfrm>
            <a:off x="1364864" y="825237"/>
            <a:ext cx="3207136" cy="3207136"/>
          </a:xfrm>
          <a:prstGeom prst="rect">
            <a:avLst/>
          </a:prstGeom>
        </p:spPr>
      </p:pic>
      <p:sp>
        <p:nvSpPr>
          <p:cNvPr id="4" name="TextBox 3">
            <a:extLst>
              <a:ext uri="{FF2B5EF4-FFF2-40B4-BE49-F238E27FC236}">
                <a16:creationId xmlns:a16="http://schemas.microsoft.com/office/drawing/2014/main" id="{B0EDF1B7-E8E7-2751-40E8-5EF44BC1CABD}"/>
              </a:ext>
            </a:extLst>
          </p:cNvPr>
          <p:cNvSpPr txBox="1"/>
          <p:nvPr/>
        </p:nvSpPr>
        <p:spPr>
          <a:xfrm>
            <a:off x="4884189" y="1828640"/>
            <a:ext cx="3810000" cy="1200329"/>
          </a:xfrm>
          <a:prstGeom prst="rect">
            <a:avLst/>
          </a:prstGeom>
          <a:noFill/>
        </p:spPr>
        <p:txBody>
          <a:bodyPr wrap="square">
            <a:spAutoFit/>
          </a:bodyPr>
          <a:lstStyle/>
          <a:p>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achieving an AUC of 1.00, which indicates a  perfect discrimination between classes compared to random guess.</a:t>
            </a:r>
          </a:p>
        </p:txBody>
      </p:sp>
      <p:sp>
        <p:nvSpPr>
          <p:cNvPr id="6" name="TextBox 5">
            <a:extLst>
              <a:ext uri="{FF2B5EF4-FFF2-40B4-BE49-F238E27FC236}">
                <a16:creationId xmlns:a16="http://schemas.microsoft.com/office/drawing/2014/main" id="{B1118FCB-1265-C7BD-9C09-4F4217CD71DC}"/>
              </a:ext>
            </a:extLst>
          </p:cNvPr>
          <p:cNvSpPr txBox="1"/>
          <p:nvPr/>
        </p:nvSpPr>
        <p:spPr>
          <a:xfrm>
            <a:off x="1364864" y="425127"/>
            <a:ext cx="2975495" cy="400110"/>
          </a:xfrm>
          <a:prstGeom prst="rect">
            <a:avLst/>
          </a:prstGeom>
          <a:noFill/>
        </p:spPr>
        <p:txBody>
          <a:bodyPr wrap="none" rtlCol="0">
            <a:spAutoFit/>
          </a:bodyPr>
          <a:lstStyle/>
          <a:p>
            <a:r>
              <a:rPr lang="en-US" sz="2000" dirty="0">
                <a:solidFill>
                  <a:schemeClr val="tx1"/>
                </a:solidFill>
                <a:latin typeface="Sora" panose="020B0604020202020204" charset="0"/>
                <a:cs typeface="Sora" panose="020B0604020202020204" charset="0"/>
              </a:rPr>
              <a:t>Random Forest curve</a:t>
            </a:r>
          </a:p>
        </p:txBody>
      </p:sp>
    </p:spTree>
    <p:extLst>
      <p:ext uri="{BB962C8B-B14F-4D97-AF65-F5344CB8AC3E}">
        <p14:creationId xmlns:p14="http://schemas.microsoft.com/office/powerpoint/2010/main" val="9814469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5DFB9F50-8BEF-B0F9-23B2-59973610954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04D349B-C819-4268-DDDC-5C7A170B7EA4}"/>
              </a:ext>
            </a:extLst>
          </p:cNvPr>
          <p:cNvSpPr txBox="1"/>
          <p:nvPr/>
        </p:nvSpPr>
        <p:spPr>
          <a:xfrm>
            <a:off x="1002376" y="666196"/>
            <a:ext cx="2980303" cy="400110"/>
          </a:xfrm>
          <a:prstGeom prst="rect">
            <a:avLst/>
          </a:prstGeom>
          <a:noFill/>
        </p:spPr>
        <p:txBody>
          <a:bodyPr wrap="none" rtlCol="0">
            <a:spAutoFit/>
          </a:bodyPr>
          <a:lstStyle/>
          <a:p>
            <a:r>
              <a:rPr lang="en-US" sz="2000" dirty="0">
                <a:solidFill>
                  <a:schemeClr val="tx1"/>
                </a:solidFill>
                <a:latin typeface="Sora" panose="020B0604020202020204" charset="0"/>
                <a:cs typeface="Sora" panose="020B0604020202020204" charset="0"/>
              </a:rPr>
              <a:t>Classification Report</a:t>
            </a:r>
          </a:p>
        </p:txBody>
      </p:sp>
      <p:pic>
        <p:nvPicPr>
          <p:cNvPr id="2" name="Picture 1">
            <a:extLst>
              <a:ext uri="{FF2B5EF4-FFF2-40B4-BE49-F238E27FC236}">
                <a16:creationId xmlns:a16="http://schemas.microsoft.com/office/drawing/2014/main" id="{7C7CC567-7EDA-CC9C-7DCC-7AE9B7EF4E63}"/>
              </a:ext>
            </a:extLst>
          </p:cNvPr>
          <p:cNvPicPr>
            <a:picLocks noChangeAspect="1"/>
          </p:cNvPicPr>
          <p:nvPr/>
        </p:nvPicPr>
        <p:blipFill>
          <a:blip r:embed="rId3"/>
          <a:stretch>
            <a:fillRect/>
          </a:stretch>
        </p:blipFill>
        <p:spPr>
          <a:xfrm>
            <a:off x="794558" y="1431929"/>
            <a:ext cx="3848637" cy="1581371"/>
          </a:xfrm>
          <a:prstGeom prst="rect">
            <a:avLst/>
          </a:prstGeom>
        </p:spPr>
      </p:pic>
      <p:sp>
        <p:nvSpPr>
          <p:cNvPr id="3" name="TextBox 2">
            <a:extLst>
              <a:ext uri="{FF2B5EF4-FFF2-40B4-BE49-F238E27FC236}">
                <a16:creationId xmlns:a16="http://schemas.microsoft.com/office/drawing/2014/main" id="{07ABA2AB-8FB0-57AB-3ECC-FC02981EEFA1}"/>
              </a:ext>
            </a:extLst>
          </p:cNvPr>
          <p:cNvSpPr txBox="1"/>
          <p:nvPr/>
        </p:nvSpPr>
        <p:spPr>
          <a:xfrm>
            <a:off x="4942378" y="1622449"/>
            <a:ext cx="3810000" cy="1200329"/>
          </a:xfrm>
          <a:prstGeom prst="rect">
            <a:avLst/>
          </a:prstGeom>
          <a:noFill/>
        </p:spPr>
        <p:txBody>
          <a:bodyPr wrap="square">
            <a:spAutoFit/>
          </a:bodyPr>
          <a:lstStyle/>
          <a:p>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shows strong model performance, with high precision, recall, and F1-scores for both classes. The overall accuracy is 98.75%</a:t>
            </a:r>
          </a:p>
        </p:txBody>
      </p:sp>
    </p:spTree>
    <p:extLst>
      <p:ext uri="{BB962C8B-B14F-4D97-AF65-F5344CB8AC3E}">
        <p14:creationId xmlns:p14="http://schemas.microsoft.com/office/powerpoint/2010/main" val="15766459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65">
          <a:extLst>
            <a:ext uri="{FF2B5EF4-FFF2-40B4-BE49-F238E27FC236}">
              <a16:creationId xmlns:a16="http://schemas.microsoft.com/office/drawing/2014/main" id="{E3E5C026-3B61-B9F0-DADA-5E308EB9A2DF}"/>
            </a:ext>
          </a:extLst>
        </p:cNvPr>
        <p:cNvGrpSpPr/>
        <p:nvPr/>
      </p:nvGrpSpPr>
      <p:grpSpPr>
        <a:xfrm>
          <a:off x="0" y="0"/>
          <a:ext cx="0" cy="0"/>
          <a:chOff x="0" y="0"/>
          <a:chExt cx="0" cy="0"/>
        </a:xfrm>
      </p:grpSpPr>
      <p:sp>
        <p:nvSpPr>
          <p:cNvPr id="466" name="Google Shape;466;p36">
            <a:extLst>
              <a:ext uri="{FF2B5EF4-FFF2-40B4-BE49-F238E27FC236}">
                <a16:creationId xmlns:a16="http://schemas.microsoft.com/office/drawing/2014/main" id="{DE43E467-1F00-5C82-60C8-5A7066E37EBF}"/>
              </a:ext>
            </a:extLst>
          </p:cNvPr>
          <p:cNvSpPr txBox="1">
            <a:spLocks noGrp="1"/>
          </p:cNvSpPr>
          <p:nvPr>
            <p:ph type="title"/>
          </p:nvPr>
        </p:nvSpPr>
        <p:spPr>
          <a:xfrm>
            <a:off x="720000" y="2303250"/>
            <a:ext cx="4044900" cy="84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Conclusion </a:t>
            </a:r>
            <a:endParaRPr dirty="0"/>
          </a:p>
        </p:txBody>
      </p:sp>
      <p:sp>
        <p:nvSpPr>
          <p:cNvPr id="467" name="Google Shape;467;p36">
            <a:extLst>
              <a:ext uri="{FF2B5EF4-FFF2-40B4-BE49-F238E27FC236}">
                <a16:creationId xmlns:a16="http://schemas.microsoft.com/office/drawing/2014/main" id="{FC3ADC28-4BF8-40E1-F0EB-1C07BA20191C}"/>
              </a:ext>
            </a:extLst>
          </p:cNvPr>
          <p:cNvSpPr txBox="1">
            <a:spLocks noGrp="1"/>
          </p:cNvSpPr>
          <p:nvPr>
            <p:ph type="subTitle" idx="1"/>
          </p:nvPr>
        </p:nvSpPr>
        <p:spPr>
          <a:xfrm>
            <a:off x="720000" y="3311500"/>
            <a:ext cx="4044900" cy="365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endParaRPr dirty="0"/>
          </a:p>
        </p:txBody>
      </p:sp>
      <p:sp>
        <p:nvSpPr>
          <p:cNvPr id="468" name="Google Shape;468;p36">
            <a:extLst>
              <a:ext uri="{FF2B5EF4-FFF2-40B4-BE49-F238E27FC236}">
                <a16:creationId xmlns:a16="http://schemas.microsoft.com/office/drawing/2014/main" id="{494767DC-21AC-E3C3-B0AB-01293A981089}"/>
              </a:ext>
            </a:extLst>
          </p:cNvPr>
          <p:cNvSpPr txBox="1">
            <a:spLocks noGrp="1"/>
          </p:cNvSpPr>
          <p:nvPr>
            <p:ph type="title" idx="2"/>
          </p:nvPr>
        </p:nvSpPr>
        <p:spPr>
          <a:xfrm>
            <a:off x="3249975" y="1014475"/>
            <a:ext cx="1411800" cy="899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grpSp>
        <p:nvGrpSpPr>
          <p:cNvPr id="469" name="Google Shape;469;p36">
            <a:extLst>
              <a:ext uri="{FF2B5EF4-FFF2-40B4-BE49-F238E27FC236}">
                <a16:creationId xmlns:a16="http://schemas.microsoft.com/office/drawing/2014/main" id="{9800259B-BEBD-E8A3-A83C-7A44EBF4F835}"/>
              </a:ext>
            </a:extLst>
          </p:cNvPr>
          <p:cNvGrpSpPr/>
          <p:nvPr/>
        </p:nvGrpSpPr>
        <p:grpSpPr>
          <a:xfrm>
            <a:off x="5504532" y="1402030"/>
            <a:ext cx="3231844" cy="3156274"/>
            <a:chOff x="5504532" y="1402030"/>
            <a:chExt cx="3231844" cy="3156274"/>
          </a:xfrm>
        </p:grpSpPr>
        <p:sp>
          <p:nvSpPr>
            <p:cNvPr id="470" name="Google Shape;470;p36">
              <a:extLst>
                <a:ext uri="{FF2B5EF4-FFF2-40B4-BE49-F238E27FC236}">
                  <a16:creationId xmlns:a16="http://schemas.microsoft.com/office/drawing/2014/main" id="{842A4AAE-D0CE-ED85-B87F-7AAB29863BDA}"/>
                </a:ext>
              </a:extLst>
            </p:cNvPr>
            <p:cNvSpPr/>
            <p:nvPr/>
          </p:nvSpPr>
          <p:spPr>
            <a:xfrm>
              <a:off x="8185993" y="2196872"/>
              <a:ext cx="412338" cy="411893"/>
            </a:xfrm>
            <a:custGeom>
              <a:avLst/>
              <a:gdLst/>
              <a:ahLst/>
              <a:cxnLst/>
              <a:rect l="l" t="t" r="r" b="b"/>
              <a:pathLst>
                <a:path w="6493" h="6486" fill="none" extrusionOk="0">
                  <a:moveTo>
                    <a:pt x="6486" y="3027"/>
                  </a:moveTo>
                  <a:cubicBezTo>
                    <a:pt x="6475" y="2929"/>
                    <a:pt x="6417" y="2837"/>
                    <a:pt x="6325" y="2803"/>
                  </a:cubicBezTo>
                  <a:lnTo>
                    <a:pt x="6084" y="2693"/>
                  </a:lnTo>
                  <a:cubicBezTo>
                    <a:pt x="6009" y="2665"/>
                    <a:pt x="5951" y="2601"/>
                    <a:pt x="5928" y="2521"/>
                  </a:cubicBezTo>
                  <a:lnTo>
                    <a:pt x="5928" y="2521"/>
                  </a:lnTo>
                  <a:cubicBezTo>
                    <a:pt x="5911" y="2446"/>
                    <a:pt x="5922" y="2365"/>
                    <a:pt x="5974" y="2302"/>
                  </a:cubicBezTo>
                  <a:lnTo>
                    <a:pt x="6130" y="2083"/>
                  </a:lnTo>
                  <a:cubicBezTo>
                    <a:pt x="6187" y="2009"/>
                    <a:pt x="6204" y="1899"/>
                    <a:pt x="6153" y="1813"/>
                  </a:cubicBezTo>
                  <a:cubicBezTo>
                    <a:pt x="6089" y="1681"/>
                    <a:pt x="6014" y="1560"/>
                    <a:pt x="5945" y="1445"/>
                  </a:cubicBezTo>
                  <a:cubicBezTo>
                    <a:pt x="5888" y="1364"/>
                    <a:pt x="5796" y="1312"/>
                    <a:pt x="5692" y="1330"/>
                  </a:cubicBezTo>
                  <a:lnTo>
                    <a:pt x="5427" y="1358"/>
                  </a:lnTo>
                  <a:cubicBezTo>
                    <a:pt x="5347" y="1364"/>
                    <a:pt x="5266" y="1335"/>
                    <a:pt x="5209" y="1278"/>
                  </a:cubicBezTo>
                  <a:lnTo>
                    <a:pt x="5209" y="1278"/>
                  </a:lnTo>
                  <a:cubicBezTo>
                    <a:pt x="5151" y="1220"/>
                    <a:pt x="5122" y="1145"/>
                    <a:pt x="5134" y="1065"/>
                  </a:cubicBezTo>
                  <a:lnTo>
                    <a:pt x="5163" y="800"/>
                  </a:lnTo>
                  <a:cubicBezTo>
                    <a:pt x="5174" y="696"/>
                    <a:pt x="5122" y="604"/>
                    <a:pt x="5048" y="547"/>
                  </a:cubicBezTo>
                  <a:cubicBezTo>
                    <a:pt x="4927" y="466"/>
                    <a:pt x="4806" y="397"/>
                    <a:pt x="4679" y="340"/>
                  </a:cubicBezTo>
                  <a:cubicBezTo>
                    <a:pt x="4593" y="294"/>
                    <a:pt x="4484" y="299"/>
                    <a:pt x="4403" y="357"/>
                  </a:cubicBezTo>
                  <a:lnTo>
                    <a:pt x="4190" y="518"/>
                  </a:lnTo>
                  <a:cubicBezTo>
                    <a:pt x="4127" y="570"/>
                    <a:pt x="4046" y="581"/>
                    <a:pt x="3966" y="558"/>
                  </a:cubicBezTo>
                  <a:lnTo>
                    <a:pt x="3966" y="558"/>
                  </a:lnTo>
                  <a:cubicBezTo>
                    <a:pt x="3885" y="535"/>
                    <a:pt x="3822" y="489"/>
                    <a:pt x="3793" y="409"/>
                  </a:cubicBezTo>
                  <a:lnTo>
                    <a:pt x="3684" y="167"/>
                  </a:lnTo>
                  <a:cubicBezTo>
                    <a:pt x="3649" y="81"/>
                    <a:pt x="3563" y="12"/>
                    <a:pt x="3459" y="6"/>
                  </a:cubicBezTo>
                  <a:cubicBezTo>
                    <a:pt x="3390" y="0"/>
                    <a:pt x="3315" y="0"/>
                    <a:pt x="3246" y="0"/>
                  </a:cubicBezTo>
                  <a:cubicBezTo>
                    <a:pt x="3172" y="0"/>
                    <a:pt x="3103" y="0"/>
                    <a:pt x="3028" y="6"/>
                  </a:cubicBezTo>
                  <a:cubicBezTo>
                    <a:pt x="2930" y="12"/>
                    <a:pt x="2849" y="69"/>
                    <a:pt x="2809" y="167"/>
                  </a:cubicBezTo>
                  <a:lnTo>
                    <a:pt x="2700" y="409"/>
                  </a:lnTo>
                  <a:cubicBezTo>
                    <a:pt x="2671" y="484"/>
                    <a:pt x="2608" y="541"/>
                    <a:pt x="2527" y="558"/>
                  </a:cubicBezTo>
                  <a:lnTo>
                    <a:pt x="2527" y="558"/>
                  </a:lnTo>
                  <a:cubicBezTo>
                    <a:pt x="2446" y="581"/>
                    <a:pt x="2366" y="570"/>
                    <a:pt x="2303" y="518"/>
                  </a:cubicBezTo>
                  <a:lnTo>
                    <a:pt x="2090" y="357"/>
                  </a:lnTo>
                  <a:cubicBezTo>
                    <a:pt x="2009" y="299"/>
                    <a:pt x="1900" y="288"/>
                    <a:pt x="1813" y="340"/>
                  </a:cubicBezTo>
                  <a:cubicBezTo>
                    <a:pt x="1687" y="403"/>
                    <a:pt x="1560" y="472"/>
                    <a:pt x="1445" y="547"/>
                  </a:cubicBezTo>
                  <a:cubicBezTo>
                    <a:pt x="1370" y="604"/>
                    <a:pt x="1319" y="696"/>
                    <a:pt x="1330" y="800"/>
                  </a:cubicBezTo>
                  <a:lnTo>
                    <a:pt x="1359" y="1065"/>
                  </a:lnTo>
                  <a:cubicBezTo>
                    <a:pt x="1370" y="1145"/>
                    <a:pt x="1342" y="1220"/>
                    <a:pt x="1284" y="1278"/>
                  </a:cubicBezTo>
                  <a:lnTo>
                    <a:pt x="1284" y="1278"/>
                  </a:lnTo>
                  <a:cubicBezTo>
                    <a:pt x="1226" y="1335"/>
                    <a:pt x="1146" y="1364"/>
                    <a:pt x="1065" y="1358"/>
                  </a:cubicBezTo>
                  <a:lnTo>
                    <a:pt x="801" y="1330"/>
                  </a:lnTo>
                  <a:cubicBezTo>
                    <a:pt x="697" y="1318"/>
                    <a:pt x="605" y="1364"/>
                    <a:pt x="547" y="1445"/>
                  </a:cubicBezTo>
                  <a:cubicBezTo>
                    <a:pt x="467" y="1560"/>
                    <a:pt x="398" y="1681"/>
                    <a:pt x="340" y="1813"/>
                  </a:cubicBezTo>
                  <a:cubicBezTo>
                    <a:pt x="294" y="1899"/>
                    <a:pt x="306" y="2003"/>
                    <a:pt x="363" y="2083"/>
                  </a:cubicBezTo>
                  <a:lnTo>
                    <a:pt x="519" y="2302"/>
                  </a:lnTo>
                  <a:cubicBezTo>
                    <a:pt x="570" y="2365"/>
                    <a:pt x="582" y="2446"/>
                    <a:pt x="565" y="2521"/>
                  </a:cubicBezTo>
                  <a:lnTo>
                    <a:pt x="565" y="2521"/>
                  </a:lnTo>
                  <a:cubicBezTo>
                    <a:pt x="542" y="2601"/>
                    <a:pt x="490" y="2665"/>
                    <a:pt x="409" y="2693"/>
                  </a:cubicBezTo>
                  <a:lnTo>
                    <a:pt x="168" y="2803"/>
                  </a:lnTo>
                  <a:cubicBezTo>
                    <a:pt x="81" y="2837"/>
                    <a:pt x="18" y="2924"/>
                    <a:pt x="6" y="3027"/>
                  </a:cubicBezTo>
                  <a:cubicBezTo>
                    <a:pt x="1" y="3102"/>
                    <a:pt x="1" y="3171"/>
                    <a:pt x="1" y="3246"/>
                  </a:cubicBezTo>
                  <a:cubicBezTo>
                    <a:pt x="1" y="3315"/>
                    <a:pt x="1" y="3390"/>
                    <a:pt x="6" y="3459"/>
                  </a:cubicBezTo>
                  <a:cubicBezTo>
                    <a:pt x="18" y="3557"/>
                    <a:pt x="75" y="3637"/>
                    <a:pt x="168" y="3683"/>
                  </a:cubicBezTo>
                  <a:lnTo>
                    <a:pt x="409" y="3793"/>
                  </a:lnTo>
                  <a:cubicBezTo>
                    <a:pt x="484" y="3821"/>
                    <a:pt x="542" y="3885"/>
                    <a:pt x="565" y="3965"/>
                  </a:cubicBezTo>
                  <a:lnTo>
                    <a:pt x="565" y="3965"/>
                  </a:lnTo>
                  <a:cubicBezTo>
                    <a:pt x="582" y="4040"/>
                    <a:pt x="570" y="4121"/>
                    <a:pt x="519" y="4184"/>
                  </a:cubicBezTo>
                  <a:lnTo>
                    <a:pt x="363" y="4403"/>
                  </a:lnTo>
                  <a:cubicBezTo>
                    <a:pt x="306" y="4483"/>
                    <a:pt x="288" y="4587"/>
                    <a:pt x="340" y="4673"/>
                  </a:cubicBezTo>
                  <a:cubicBezTo>
                    <a:pt x="404" y="4805"/>
                    <a:pt x="478" y="4926"/>
                    <a:pt x="547" y="5041"/>
                  </a:cubicBezTo>
                  <a:cubicBezTo>
                    <a:pt x="605" y="5122"/>
                    <a:pt x="697" y="5174"/>
                    <a:pt x="801" y="5156"/>
                  </a:cubicBezTo>
                  <a:lnTo>
                    <a:pt x="1065" y="5128"/>
                  </a:lnTo>
                  <a:cubicBezTo>
                    <a:pt x="1146" y="5122"/>
                    <a:pt x="1226" y="5151"/>
                    <a:pt x="1284" y="5208"/>
                  </a:cubicBezTo>
                  <a:lnTo>
                    <a:pt x="1284" y="5208"/>
                  </a:lnTo>
                  <a:cubicBezTo>
                    <a:pt x="1342" y="5266"/>
                    <a:pt x="1370" y="5346"/>
                    <a:pt x="1359" y="5421"/>
                  </a:cubicBezTo>
                  <a:lnTo>
                    <a:pt x="1330" y="5692"/>
                  </a:lnTo>
                  <a:cubicBezTo>
                    <a:pt x="1319" y="5789"/>
                    <a:pt x="1370" y="5882"/>
                    <a:pt x="1445" y="5939"/>
                  </a:cubicBezTo>
                  <a:cubicBezTo>
                    <a:pt x="1560" y="6020"/>
                    <a:pt x="1687" y="6094"/>
                    <a:pt x="1813" y="6152"/>
                  </a:cubicBezTo>
                  <a:cubicBezTo>
                    <a:pt x="1900" y="6192"/>
                    <a:pt x="2009" y="6187"/>
                    <a:pt x="2090" y="6129"/>
                  </a:cubicBezTo>
                  <a:lnTo>
                    <a:pt x="2303" y="5968"/>
                  </a:lnTo>
                  <a:cubicBezTo>
                    <a:pt x="2366" y="5922"/>
                    <a:pt x="2446" y="5905"/>
                    <a:pt x="2527" y="5928"/>
                  </a:cubicBezTo>
                  <a:lnTo>
                    <a:pt x="2527" y="5928"/>
                  </a:lnTo>
                  <a:cubicBezTo>
                    <a:pt x="2608" y="5951"/>
                    <a:pt x="2671" y="5997"/>
                    <a:pt x="2700" y="6077"/>
                  </a:cubicBezTo>
                  <a:lnTo>
                    <a:pt x="2809" y="6325"/>
                  </a:lnTo>
                  <a:cubicBezTo>
                    <a:pt x="2844" y="6411"/>
                    <a:pt x="2930" y="6474"/>
                    <a:pt x="3028" y="6480"/>
                  </a:cubicBezTo>
                  <a:cubicBezTo>
                    <a:pt x="3103" y="6486"/>
                    <a:pt x="3172" y="6486"/>
                    <a:pt x="3246" y="6486"/>
                  </a:cubicBezTo>
                  <a:cubicBezTo>
                    <a:pt x="3315" y="6486"/>
                    <a:pt x="3390" y="6486"/>
                    <a:pt x="3459" y="6480"/>
                  </a:cubicBezTo>
                  <a:cubicBezTo>
                    <a:pt x="3563" y="6474"/>
                    <a:pt x="3643" y="6417"/>
                    <a:pt x="3684" y="6325"/>
                  </a:cubicBezTo>
                  <a:lnTo>
                    <a:pt x="3793" y="6077"/>
                  </a:lnTo>
                  <a:cubicBezTo>
                    <a:pt x="3822" y="6008"/>
                    <a:pt x="3885" y="5951"/>
                    <a:pt x="3966" y="5928"/>
                  </a:cubicBezTo>
                  <a:lnTo>
                    <a:pt x="3966" y="5928"/>
                  </a:lnTo>
                  <a:cubicBezTo>
                    <a:pt x="4046" y="5905"/>
                    <a:pt x="4121" y="5922"/>
                    <a:pt x="4190" y="5968"/>
                  </a:cubicBezTo>
                  <a:lnTo>
                    <a:pt x="4403" y="6129"/>
                  </a:lnTo>
                  <a:cubicBezTo>
                    <a:pt x="4484" y="6187"/>
                    <a:pt x="4593" y="6198"/>
                    <a:pt x="4679" y="6152"/>
                  </a:cubicBezTo>
                  <a:cubicBezTo>
                    <a:pt x="4806" y="6083"/>
                    <a:pt x="4927" y="6014"/>
                    <a:pt x="5048" y="5939"/>
                  </a:cubicBezTo>
                  <a:cubicBezTo>
                    <a:pt x="5122" y="5882"/>
                    <a:pt x="5174" y="5789"/>
                    <a:pt x="5163" y="5692"/>
                  </a:cubicBezTo>
                  <a:lnTo>
                    <a:pt x="5134" y="5421"/>
                  </a:lnTo>
                  <a:cubicBezTo>
                    <a:pt x="5122" y="5346"/>
                    <a:pt x="5151" y="5266"/>
                    <a:pt x="5209" y="5208"/>
                  </a:cubicBezTo>
                  <a:lnTo>
                    <a:pt x="5209" y="5208"/>
                  </a:lnTo>
                  <a:cubicBezTo>
                    <a:pt x="5266" y="5151"/>
                    <a:pt x="5347" y="5122"/>
                    <a:pt x="5427" y="5128"/>
                  </a:cubicBezTo>
                  <a:lnTo>
                    <a:pt x="5692" y="5156"/>
                  </a:lnTo>
                  <a:cubicBezTo>
                    <a:pt x="5796" y="5174"/>
                    <a:pt x="5888" y="5122"/>
                    <a:pt x="5945" y="5041"/>
                  </a:cubicBezTo>
                  <a:cubicBezTo>
                    <a:pt x="6026" y="4926"/>
                    <a:pt x="6095" y="4805"/>
                    <a:pt x="6153" y="4673"/>
                  </a:cubicBezTo>
                  <a:cubicBezTo>
                    <a:pt x="6199" y="4587"/>
                    <a:pt x="6187" y="4483"/>
                    <a:pt x="6130" y="4403"/>
                  </a:cubicBezTo>
                  <a:lnTo>
                    <a:pt x="5974" y="4184"/>
                  </a:lnTo>
                  <a:cubicBezTo>
                    <a:pt x="5922" y="4121"/>
                    <a:pt x="5911" y="4040"/>
                    <a:pt x="5928" y="3965"/>
                  </a:cubicBezTo>
                  <a:lnTo>
                    <a:pt x="5928" y="3965"/>
                  </a:lnTo>
                  <a:cubicBezTo>
                    <a:pt x="5951" y="3885"/>
                    <a:pt x="6003" y="3821"/>
                    <a:pt x="6084" y="3793"/>
                  </a:cubicBezTo>
                  <a:lnTo>
                    <a:pt x="6325" y="3683"/>
                  </a:lnTo>
                  <a:cubicBezTo>
                    <a:pt x="6412" y="3649"/>
                    <a:pt x="6475" y="3562"/>
                    <a:pt x="6486" y="3459"/>
                  </a:cubicBezTo>
                  <a:cubicBezTo>
                    <a:pt x="6492" y="3390"/>
                    <a:pt x="6492" y="3315"/>
                    <a:pt x="6492" y="3246"/>
                  </a:cubicBezTo>
                  <a:cubicBezTo>
                    <a:pt x="6492" y="3171"/>
                    <a:pt x="6486" y="3102"/>
                    <a:pt x="6486" y="3027"/>
                  </a:cubicBezTo>
                  <a:close/>
                  <a:moveTo>
                    <a:pt x="3246" y="4368"/>
                  </a:moveTo>
                  <a:cubicBezTo>
                    <a:pt x="2625" y="4368"/>
                    <a:pt x="2124" y="3862"/>
                    <a:pt x="2124" y="3246"/>
                  </a:cubicBezTo>
                  <a:cubicBezTo>
                    <a:pt x="2124" y="2624"/>
                    <a:pt x="2625" y="2124"/>
                    <a:pt x="3246" y="2124"/>
                  </a:cubicBezTo>
                  <a:cubicBezTo>
                    <a:pt x="3868" y="2124"/>
                    <a:pt x="4369" y="2624"/>
                    <a:pt x="4369" y="3246"/>
                  </a:cubicBezTo>
                  <a:cubicBezTo>
                    <a:pt x="4369" y="3862"/>
                    <a:pt x="3868" y="4368"/>
                    <a:pt x="3246" y="4368"/>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6">
              <a:extLst>
                <a:ext uri="{FF2B5EF4-FFF2-40B4-BE49-F238E27FC236}">
                  <a16:creationId xmlns:a16="http://schemas.microsoft.com/office/drawing/2014/main" id="{5B60BC40-1ADB-E94D-B487-A0C0490658D7}"/>
                </a:ext>
              </a:extLst>
            </p:cNvPr>
            <p:cNvSpPr/>
            <p:nvPr/>
          </p:nvSpPr>
          <p:spPr>
            <a:xfrm>
              <a:off x="5504532" y="4432120"/>
              <a:ext cx="3102092" cy="126184"/>
            </a:xfrm>
            <a:custGeom>
              <a:avLst/>
              <a:gdLst/>
              <a:ahLst/>
              <a:cxnLst/>
              <a:rect l="l" t="t" r="r" b="b"/>
              <a:pathLst>
                <a:path w="48848" h="1987" extrusionOk="0">
                  <a:moveTo>
                    <a:pt x="48848" y="996"/>
                  </a:moveTo>
                  <a:cubicBezTo>
                    <a:pt x="48848" y="1543"/>
                    <a:pt x="37914" y="1986"/>
                    <a:pt x="24424" y="1986"/>
                  </a:cubicBezTo>
                  <a:cubicBezTo>
                    <a:pt x="10935" y="1986"/>
                    <a:pt x="1" y="1543"/>
                    <a:pt x="1" y="996"/>
                  </a:cubicBezTo>
                  <a:cubicBezTo>
                    <a:pt x="1" y="450"/>
                    <a:pt x="10935" y="1"/>
                    <a:pt x="24424" y="1"/>
                  </a:cubicBezTo>
                  <a:cubicBezTo>
                    <a:pt x="37914" y="1"/>
                    <a:pt x="48848" y="450"/>
                    <a:pt x="48848" y="996"/>
                  </a:cubicBezTo>
                  <a:close/>
                </a:path>
              </a:pathLst>
            </a:custGeom>
            <a:solidFill>
              <a:srgbClr val="134F5C">
                <a:alpha val="327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2" name="Google Shape;472;p36">
              <a:extLst>
                <a:ext uri="{FF2B5EF4-FFF2-40B4-BE49-F238E27FC236}">
                  <a16:creationId xmlns:a16="http://schemas.microsoft.com/office/drawing/2014/main" id="{CE9E7E2A-88C5-F85E-3C17-5F9FF84E53C4}"/>
                </a:ext>
              </a:extLst>
            </p:cNvPr>
            <p:cNvGrpSpPr/>
            <p:nvPr/>
          </p:nvGrpSpPr>
          <p:grpSpPr>
            <a:xfrm>
              <a:off x="5836805" y="2286450"/>
              <a:ext cx="2491776" cy="2195831"/>
              <a:chOff x="5450286" y="1617112"/>
              <a:chExt cx="3026938" cy="2667433"/>
            </a:xfrm>
          </p:grpSpPr>
          <p:sp>
            <p:nvSpPr>
              <p:cNvPr id="473" name="Google Shape;473;p36">
                <a:extLst>
                  <a:ext uri="{FF2B5EF4-FFF2-40B4-BE49-F238E27FC236}">
                    <a16:creationId xmlns:a16="http://schemas.microsoft.com/office/drawing/2014/main" id="{12A09EE7-654A-71B9-EB29-98202D08CEC7}"/>
                  </a:ext>
                </a:extLst>
              </p:cNvPr>
              <p:cNvSpPr/>
              <p:nvPr/>
            </p:nvSpPr>
            <p:spPr>
              <a:xfrm>
                <a:off x="6264500" y="3865802"/>
                <a:ext cx="1398099" cy="418743"/>
              </a:xfrm>
              <a:custGeom>
                <a:avLst/>
                <a:gdLst/>
                <a:ahLst/>
                <a:cxnLst/>
                <a:rect l="l" t="t" r="r" b="b"/>
                <a:pathLst>
                  <a:path w="18123" h="5428" extrusionOk="0">
                    <a:moveTo>
                      <a:pt x="14836" y="2838"/>
                    </a:moveTo>
                    <a:cubicBezTo>
                      <a:pt x="14652" y="2130"/>
                      <a:pt x="14255" y="0"/>
                      <a:pt x="14255" y="0"/>
                    </a:cubicBezTo>
                    <a:lnTo>
                      <a:pt x="3868" y="0"/>
                    </a:lnTo>
                    <a:cubicBezTo>
                      <a:pt x="3868" y="0"/>
                      <a:pt x="3476" y="2130"/>
                      <a:pt x="3286" y="2838"/>
                    </a:cubicBezTo>
                    <a:cubicBezTo>
                      <a:pt x="3004" y="3896"/>
                      <a:pt x="1819" y="4616"/>
                      <a:pt x="541" y="4616"/>
                    </a:cubicBezTo>
                    <a:lnTo>
                      <a:pt x="541" y="4616"/>
                    </a:lnTo>
                    <a:cubicBezTo>
                      <a:pt x="242" y="4616"/>
                      <a:pt x="0" y="4817"/>
                      <a:pt x="0" y="5065"/>
                    </a:cubicBezTo>
                    <a:lnTo>
                      <a:pt x="0" y="5427"/>
                    </a:lnTo>
                    <a:lnTo>
                      <a:pt x="18122" y="5427"/>
                    </a:lnTo>
                    <a:lnTo>
                      <a:pt x="18122" y="5065"/>
                    </a:lnTo>
                    <a:cubicBezTo>
                      <a:pt x="18122" y="4817"/>
                      <a:pt x="17881" y="4616"/>
                      <a:pt x="17581" y="4616"/>
                    </a:cubicBezTo>
                    <a:lnTo>
                      <a:pt x="17581" y="4616"/>
                    </a:lnTo>
                    <a:cubicBezTo>
                      <a:pt x="16310" y="4616"/>
                      <a:pt x="15118" y="3896"/>
                      <a:pt x="14836" y="28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6">
                <a:extLst>
                  <a:ext uri="{FF2B5EF4-FFF2-40B4-BE49-F238E27FC236}">
                    <a16:creationId xmlns:a16="http://schemas.microsoft.com/office/drawing/2014/main" id="{CEF97F76-F79C-77F3-277A-0527ED04F776}"/>
                  </a:ext>
                </a:extLst>
              </p:cNvPr>
              <p:cNvSpPr/>
              <p:nvPr/>
            </p:nvSpPr>
            <p:spPr>
              <a:xfrm>
                <a:off x="5450286" y="1617112"/>
                <a:ext cx="3026938" cy="2265594"/>
              </a:xfrm>
              <a:custGeom>
                <a:avLst/>
                <a:gdLst/>
                <a:ahLst/>
                <a:cxnLst/>
                <a:rect l="l" t="t" r="r" b="b"/>
                <a:pathLst>
                  <a:path w="39237" h="29368" extrusionOk="0">
                    <a:moveTo>
                      <a:pt x="38477" y="29367"/>
                    </a:moveTo>
                    <a:lnTo>
                      <a:pt x="754" y="29367"/>
                    </a:lnTo>
                    <a:cubicBezTo>
                      <a:pt x="340" y="29367"/>
                      <a:pt x="0" y="29028"/>
                      <a:pt x="0" y="28613"/>
                    </a:cubicBezTo>
                    <a:lnTo>
                      <a:pt x="0" y="760"/>
                    </a:lnTo>
                    <a:cubicBezTo>
                      <a:pt x="0" y="340"/>
                      <a:pt x="340" y="0"/>
                      <a:pt x="754" y="0"/>
                    </a:cubicBezTo>
                    <a:lnTo>
                      <a:pt x="38477" y="0"/>
                    </a:lnTo>
                    <a:cubicBezTo>
                      <a:pt x="38897" y="0"/>
                      <a:pt x="39236" y="340"/>
                      <a:pt x="39236" y="760"/>
                    </a:cubicBezTo>
                    <a:lnTo>
                      <a:pt x="39236" y="28613"/>
                    </a:lnTo>
                    <a:cubicBezTo>
                      <a:pt x="39236" y="29028"/>
                      <a:pt x="38897" y="29367"/>
                      <a:pt x="38477" y="2936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6">
                <a:extLst>
                  <a:ext uri="{FF2B5EF4-FFF2-40B4-BE49-F238E27FC236}">
                    <a16:creationId xmlns:a16="http://schemas.microsoft.com/office/drawing/2014/main" id="{5CE7381C-AE8F-0E27-0B99-1C03E0FA9104}"/>
                  </a:ext>
                </a:extLst>
              </p:cNvPr>
              <p:cNvSpPr/>
              <p:nvPr/>
            </p:nvSpPr>
            <p:spPr>
              <a:xfrm>
                <a:off x="5450286" y="1617112"/>
                <a:ext cx="3026938" cy="2039174"/>
              </a:xfrm>
              <a:custGeom>
                <a:avLst/>
                <a:gdLst/>
                <a:ahLst/>
                <a:cxnLst/>
                <a:rect l="l" t="t" r="r" b="b"/>
                <a:pathLst>
                  <a:path w="39237" h="26433" extrusionOk="0">
                    <a:moveTo>
                      <a:pt x="39236" y="26432"/>
                    </a:moveTo>
                    <a:lnTo>
                      <a:pt x="39236" y="1238"/>
                    </a:lnTo>
                    <a:cubicBezTo>
                      <a:pt x="39236" y="559"/>
                      <a:pt x="38678" y="0"/>
                      <a:pt x="37999" y="0"/>
                    </a:cubicBezTo>
                    <a:lnTo>
                      <a:pt x="1237" y="0"/>
                    </a:lnTo>
                    <a:cubicBezTo>
                      <a:pt x="553" y="0"/>
                      <a:pt x="0" y="559"/>
                      <a:pt x="0" y="1238"/>
                    </a:cubicBezTo>
                    <a:lnTo>
                      <a:pt x="0" y="2643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6">
                <a:extLst>
                  <a:ext uri="{FF2B5EF4-FFF2-40B4-BE49-F238E27FC236}">
                    <a16:creationId xmlns:a16="http://schemas.microsoft.com/office/drawing/2014/main" id="{72A47D17-5A93-7F11-48AB-4DF819D7AC08}"/>
                  </a:ext>
                </a:extLst>
              </p:cNvPr>
              <p:cNvSpPr/>
              <p:nvPr/>
            </p:nvSpPr>
            <p:spPr>
              <a:xfrm>
                <a:off x="5563461" y="1742322"/>
                <a:ext cx="2799669" cy="1789224"/>
              </a:xfrm>
              <a:custGeom>
                <a:avLst/>
                <a:gdLst/>
                <a:ahLst/>
                <a:cxnLst/>
                <a:rect l="l" t="t" r="r" b="b"/>
                <a:pathLst>
                  <a:path w="36291" h="23193" extrusionOk="0">
                    <a:moveTo>
                      <a:pt x="1" y="0"/>
                    </a:moveTo>
                    <a:lnTo>
                      <a:pt x="36290" y="0"/>
                    </a:lnTo>
                    <a:lnTo>
                      <a:pt x="36290" y="23192"/>
                    </a:lnTo>
                    <a:lnTo>
                      <a:pt x="1" y="23192"/>
                    </a:ln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6">
                <a:extLst>
                  <a:ext uri="{FF2B5EF4-FFF2-40B4-BE49-F238E27FC236}">
                    <a16:creationId xmlns:a16="http://schemas.microsoft.com/office/drawing/2014/main" id="{E1547BA2-6C13-2398-BD89-487456E45D03}"/>
                  </a:ext>
                </a:extLst>
              </p:cNvPr>
              <p:cNvSpPr/>
              <p:nvPr/>
            </p:nvSpPr>
            <p:spPr>
              <a:xfrm>
                <a:off x="5572333" y="1751194"/>
                <a:ext cx="2781926" cy="1771403"/>
              </a:xfrm>
              <a:custGeom>
                <a:avLst/>
                <a:gdLst/>
                <a:ahLst/>
                <a:cxnLst/>
                <a:rect l="l" t="t" r="r" b="b"/>
                <a:pathLst>
                  <a:path w="36061" h="22962" extrusionOk="0">
                    <a:moveTo>
                      <a:pt x="1" y="22962"/>
                    </a:moveTo>
                    <a:lnTo>
                      <a:pt x="1" y="0"/>
                    </a:lnTo>
                    <a:lnTo>
                      <a:pt x="36060" y="0"/>
                    </a:lnTo>
                    <a:lnTo>
                      <a:pt x="36060" y="22962"/>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8" name="Google Shape;478;p36">
              <a:extLst>
                <a:ext uri="{FF2B5EF4-FFF2-40B4-BE49-F238E27FC236}">
                  <a16:creationId xmlns:a16="http://schemas.microsoft.com/office/drawing/2014/main" id="{C554D4FF-BB94-A38B-4E45-F0483788A90E}"/>
                </a:ext>
              </a:extLst>
            </p:cNvPr>
            <p:cNvGrpSpPr/>
            <p:nvPr/>
          </p:nvGrpSpPr>
          <p:grpSpPr>
            <a:xfrm>
              <a:off x="6080934" y="2562938"/>
              <a:ext cx="588467" cy="576350"/>
              <a:chOff x="5608702" y="2132055"/>
              <a:chExt cx="956079" cy="936392"/>
            </a:xfrm>
          </p:grpSpPr>
          <p:grpSp>
            <p:nvGrpSpPr>
              <p:cNvPr id="479" name="Google Shape;479;p36">
                <a:extLst>
                  <a:ext uri="{FF2B5EF4-FFF2-40B4-BE49-F238E27FC236}">
                    <a16:creationId xmlns:a16="http://schemas.microsoft.com/office/drawing/2014/main" id="{EFE1FE77-1798-F216-7D68-C0809FCB2872}"/>
                  </a:ext>
                </a:extLst>
              </p:cNvPr>
              <p:cNvGrpSpPr/>
              <p:nvPr/>
            </p:nvGrpSpPr>
            <p:grpSpPr>
              <a:xfrm>
                <a:off x="5608702" y="2132055"/>
                <a:ext cx="956079" cy="936392"/>
                <a:chOff x="5194542" y="1480793"/>
                <a:chExt cx="1161418" cy="1137503"/>
              </a:xfrm>
            </p:grpSpPr>
            <p:sp>
              <p:nvSpPr>
                <p:cNvPr id="480" name="Google Shape;480;p36">
                  <a:extLst>
                    <a:ext uri="{FF2B5EF4-FFF2-40B4-BE49-F238E27FC236}">
                      <a16:creationId xmlns:a16="http://schemas.microsoft.com/office/drawing/2014/main" id="{A95B333E-1773-39B0-C075-7CC725798F6C}"/>
                    </a:ext>
                  </a:extLst>
                </p:cNvPr>
                <p:cNvSpPr/>
                <p:nvPr/>
              </p:nvSpPr>
              <p:spPr>
                <a:xfrm>
                  <a:off x="5194542" y="1480793"/>
                  <a:ext cx="1161418" cy="1137503"/>
                </a:xfrm>
                <a:custGeom>
                  <a:avLst/>
                  <a:gdLst/>
                  <a:ahLst/>
                  <a:cxnLst/>
                  <a:rect l="l" t="t" r="r" b="b"/>
                  <a:pathLst>
                    <a:path w="15055" h="14745" extrusionOk="0">
                      <a:moveTo>
                        <a:pt x="13806" y="14744"/>
                      </a:moveTo>
                      <a:cubicBezTo>
                        <a:pt x="13697" y="14744"/>
                        <a:pt x="13593" y="14733"/>
                        <a:pt x="13495" y="14704"/>
                      </a:cubicBezTo>
                      <a:lnTo>
                        <a:pt x="10451" y="13870"/>
                      </a:lnTo>
                      <a:cubicBezTo>
                        <a:pt x="9473" y="14342"/>
                        <a:pt x="8379" y="14589"/>
                        <a:pt x="7292" y="14589"/>
                      </a:cubicBezTo>
                      <a:cubicBezTo>
                        <a:pt x="3275" y="14589"/>
                        <a:pt x="0" y="11315"/>
                        <a:pt x="0" y="7292"/>
                      </a:cubicBezTo>
                      <a:cubicBezTo>
                        <a:pt x="0" y="3269"/>
                        <a:pt x="3275" y="1"/>
                        <a:pt x="7292" y="1"/>
                      </a:cubicBezTo>
                      <a:cubicBezTo>
                        <a:pt x="11314" y="1"/>
                        <a:pt x="14589" y="3275"/>
                        <a:pt x="14589" y="7292"/>
                      </a:cubicBezTo>
                      <a:cubicBezTo>
                        <a:pt x="14589" y="8437"/>
                        <a:pt x="14313" y="9577"/>
                        <a:pt x="13806" y="10589"/>
                      </a:cubicBezTo>
                      <a:lnTo>
                        <a:pt x="14882" y="13122"/>
                      </a:lnTo>
                      <a:cubicBezTo>
                        <a:pt x="15055" y="13530"/>
                        <a:pt x="14986" y="14014"/>
                        <a:pt x="14687" y="14353"/>
                      </a:cubicBezTo>
                      <a:cubicBezTo>
                        <a:pt x="14456" y="14601"/>
                        <a:pt x="14140" y="14744"/>
                        <a:pt x="13806" y="14744"/>
                      </a:cubicBezTo>
                      <a:close/>
                      <a:moveTo>
                        <a:pt x="10445" y="13749"/>
                      </a:moveTo>
                      <a:lnTo>
                        <a:pt x="13524" y="14595"/>
                      </a:lnTo>
                      <a:cubicBezTo>
                        <a:pt x="13616" y="14624"/>
                        <a:pt x="13708" y="14629"/>
                        <a:pt x="13806" y="14629"/>
                      </a:cubicBezTo>
                      <a:cubicBezTo>
                        <a:pt x="14105" y="14629"/>
                        <a:pt x="14399" y="14503"/>
                        <a:pt x="14600" y="14273"/>
                      </a:cubicBezTo>
                      <a:cubicBezTo>
                        <a:pt x="14871" y="13968"/>
                        <a:pt x="14940" y="13530"/>
                        <a:pt x="14784" y="13156"/>
                      </a:cubicBezTo>
                      <a:lnTo>
                        <a:pt x="13680" y="10572"/>
                      </a:lnTo>
                      <a:lnTo>
                        <a:pt x="13697" y="10555"/>
                      </a:lnTo>
                      <a:cubicBezTo>
                        <a:pt x="14209" y="9548"/>
                        <a:pt x="14479" y="8414"/>
                        <a:pt x="14479" y="7286"/>
                      </a:cubicBezTo>
                      <a:cubicBezTo>
                        <a:pt x="14479" y="3333"/>
                        <a:pt x="11257" y="110"/>
                        <a:pt x="7297" y="110"/>
                      </a:cubicBezTo>
                      <a:cubicBezTo>
                        <a:pt x="3344" y="110"/>
                        <a:pt x="121" y="3333"/>
                        <a:pt x="121" y="7286"/>
                      </a:cubicBezTo>
                      <a:cubicBezTo>
                        <a:pt x="121" y="11245"/>
                        <a:pt x="3344" y="14468"/>
                        <a:pt x="7297" y="14468"/>
                      </a:cubicBezTo>
                      <a:cubicBezTo>
                        <a:pt x="8379" y="14468"/>
                        <a:pt x="9455" y="14215"/>
                        <a:pt x="10428" y="13749"/>
                      </a:cubicBezTo>
                      <a:close/>
                    </a:path>
                  </a:pathLst>
                </a:custGeom>
                <a:solidFill>
                  <a:schemeClr val="lt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6">
                  <a:extLst>
                    <a:ext uri="{FF2B5EF4-FFF2-40B4-BE49-F238E27FC236}">
                      <a16:creationId xmlns:a16="http://schemas.microsoft.com/office/drawing/2014/main" id="{26934AC2-CE14-2ADA-8300-45D08616C0A5}"/>
                    </a:ext>
                  </a:extLst>
                </p:cNvPr>
                <p:cNvSpPr/>
                <p:nvPr/>
              </p:nvSpPr>
              <p:spPr>
                <a:xfrm>
                  <a:off x="5285576" y="1571827"/>
                  <a:ext cx="974110" cy="956752"/>
                </a:xfrm>
                <a:custGeom>
                  <a:avLst/>
                  <a:gdLst/>
                  <a:ahLst/>
                  <a:cxnLst/>
                  <a:rect l="l" t="t" r="r" b="b"/>
                  <a:pathLst>
                    <a:path w="12627" h="12402" extrusionOk="0">
                      <a:moveTo>
                        <a:pt x="12626" y="12402"/>
                      </a:moveTo>
                      <a:lnTo>
                        <a:pt x="11320" y="9346"/>
                      </a:lnTo>
                      <a:cubicBezTo>
                        <a:pt x="11907" y="8408"/>
                        <a:pt x="12241" y="7303"/>
                        <a:pt x="12241" y="6123"/>
                      </a:cubicBezTo>
                      <a:cubicBezTo>
                        <a:pt x="12241" y="2740"/>
                        <a:pt x="9501" y="0"/>
                        <a:pt x="6123" y="0"/>
                      </a:cubicBezTo>
                      <a:cubicBezTo>
                        <a:pt x="2739" y="0"/>
                        <a:pt x="0" y="2740"/>
                        <a:pt x="0" y="6123"/>
                      </a:cubicBezTo>
                      <a:cubicBezTo>
                        <a:pt x="0" y="9502"/>
                        <a:pt x="2739" y="12241"/>
                        <a:pt x="6123" y="12241"/>
                      </a:cubicBezTo>
                      <a:cubicBezTo>
                        <a:pt x="7222" y="12241"/>
                        <a:pt x="8258" y="11947"/>
                        <a:pt x="9150" y="1144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2" name="Google Shape;482;p36">
                <a:extLst>
                  <a:ext uri="{FF2B5EF4-FFF2-40B4-BE49-F238E27FC236}">
                    <a16:creationId xmlns:a16="http://schemas.microsoft.com/office/drawing/2014/main" id="{01C769B7-7C73-7986-B522-99874F601528}"/>
                  </a:ext>
                </a:extLst>
              </p:cNvPr>
              <p:cNvSpPr/>
              <p:nvPr/>
            </p:nvSpPr>
            <p:spPr>
              <a:xfrm>
                <a:off x="5863051" y="2445274"/>
                <a:ext cx="400272" cy="322732"/>
              </a:xfrm>
              <a:custGeom>
                <a:avLst/>
                <a:gdLst/>
                <a:ahLst/>
                <a:cxnLst/>
                <a:rect l="l" t="t" r="r" b="b"/>
                <a:pathLst>
                  <a:path w="6303" h="5082" extrusionOk="0">
                    <a:moveTo>
                      <a:pt x="4489" y="0"/>
                    </a:moveTo>
                    <a:lnTo>
                      <a:pt x="5232" y="0"/>
                    </a:lnTo>
                    <a:cubicBezTo>
                      <a:pt x="5819" y="0"/>
                      <a:pt x="6302" y="484"/>
                      <a:pt x="6302" y="1077"/>
                    </a:cubicBezTo>
                    <a:lnTo>
                      <a:pt x="6302" y="2889"/>
                    </a:lnTo>
                    <a:lnTo>
                      <a:pt x="6302" y="2901"/>
                    </a:lnTo>
                    <a:cubicBezTo>
                      <a:pt x="6302" y="4104"/>
                      <a:pt x="5330" y="5076"/>
                      <a:pt x="4133" y="5076"/>
                    </a:cubicBezTo>
                    <a:lnTo>
                      <a:pt x="3425" y="5076"/>
                    </a:lnTo>
                    <a:lnTo>
                      <a:pt x="3425" y="4104"/>
                    </a:lnTo>
                    <a:cubicBezTo>
                      <a:pt x="4196" y="4104"/>
                      <a:pt x="4432" y="3425"/>
                      <a:pt x="4495" y="2878"/>
                    </a:cubicBezTo>
                    <a:lnTo>
                      <a:pt x="4495" y="2878"/>
                    </a:lnTo>
                    <a:cubicBezTo>
                      <a:pt x="3908" y="2878"/>
                      <a:pt x="3425" y="2400"/>
                      <a:pt x="3425" y="1807"/>
                    </a:cubicBezTo>
                    <a:lnTo>
                      <a:pt x="3425" y="1077"/>
                    </a:lnTo>
                    <a:cubicBezTo>
                      <a:pt x="3419" y="484"/>
                      <a:pt x="3902" y="0"/>
                      <a:pt x="4489" y="0"/>
                    </a:cubicBezTo>
                    <a:close/>
                    <a:moveTo>
                      <a:pt x="1077" y="2889"/>
                    </a:moveTo>
                    <a:lnTo>
                      <a:pt x="1077" y="2889"/>
                    </a:lnTo>
                    <a:cubicBezTo>
                      <a:pt x="1014" y="3436"/>
                      <a:pt x="778" y="4109"/>
                      <a:pt x="6" y="4109"/>
                    </a:cubicBezTo>
                    <a:lnTo>
                      <a:pt x="6" y="5082"/>
                    </a:lnTo>
                    <a:lnTo>
                      <a:pt x="714" y="5082"/>
                    </a:lnTo>
                    <a:cubicBezTo>
                      <a:pt x="1917" y="5082"/>
                      <a:pt x="2884" y="4109"/>
                      <a:pt x="2884" y="2907"/>
                    </a:cubicBezTo>
                    <a:lnTo>
                      <a:pt x="2884" y="2895"/>
                    </a:lnTo>
                    <a:lnTo>
                      <a:pt x="2884" y="1077"/>
                    </a:lnTo>
                    <a:cubicBezTo>
                      <a:pt x="2884" y="484"/>
                      <a:pt x="2406" y="0"/>
                      <a:pt x="1813" y="0"/>
                    </a:cubicBezTo>
                    <a:lnTo>
                      <a:pt x="1071" y="0"/>
                    </a:lnTo>
                    <a:cubicBezTo>
                      <a:pt x="484" y="0"/>
                      <a:pt x="1" y="484"/>
                      <a:pt x="1" y="1077"/>
                    </a:cubicBezTo>
                    <a:lnTo>
                      <a:pt x="1" y="1813"/>
                    </a:lnTo>
                    <a:cubicBezTo>
                      <a:pt x="6" y="2406"/>
                      <a:pt x="490" y="2889"/>
                      <a:pt x="1077" y="288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 name="Google Shape;483;p36">
              <a:extLst>
                <a:ext uri="{FF2B5EF4-FFF2-40B4-BE49-F238E27FC236}">
                  <a16:creationId xmlns:a16="http://schemas.microsoft.com/office/drawing/2014/main" id="{7F3F9007-546A-08B6-AB52-479485B12398}"/>
                </a:ext>
              </a:extLst>
            </p:cNvPr>
            <p:cNvGrpSpPr/>
            <p:nvPr/>
          </p:nvGrpSpPr>
          <p:grpSpPr>
            <a:xfrm>
              <a:off x="6420935" y="3158641"/>
              <a:ext cx="655117" cy="641505"/>
              <a:chOff x="6224520" y="2766314"/>
              <a:chExt cx="953591" cy="933778"/>
            </a:xfrm>
          </p:grpSpPr>
          <p:sp>
            <p:nvSpPr>
              <p:cNvPr id="484" name="Google Shape;484;p36">
                <a:extLst>
                  <a:ext uri="{FF2B5EF4-FFF2-40B4-BE49-F238E27FC236}">
                    <a16:creationId xmlns:a16="http://schemas.microsoft.com/office/drawing/2014/main" id="{2784CA11-E28A-49DB-7499-C815B096B85B}"/>
                  </a:ext>
                </a:extLst>
              </p:cNvPr>
              <p:cNvSpPr/>
              <p:nvPr/>
            </p:nvSpPr>
            <p:spPr>
              <a:xfrm>
                <a:off x="6224520" y="2766314"/>
                <a:ext cx="953591" cy="933778"/>
              </a:xfrm>
              <a:custGeom>
                <a:avLst/>
                <a:gdLst/>
                <a:ahLst/>
                <a:cxnLst/>
                <a:rect l="l" t="t" r="r" b="b"/>
                <a:pathLst>
                  <a:path w="15016" h="14704" extrusionOk="0">
                    <a:moveTo>
                      <a:pt x="369" y="14301"/>
                    </a:moveTo>
                    <a:cubicBezTo>
                      <a:pt x="76" y="13962"/>
                      <a:pt x="1" y="13490"/>
                      <a:pt x="174" y="13075"/>
                    </a:cubicBezTo>
                    <a:lnTo>
                      <a:pt x="1255" y="10549"/>
                    </a:lnTo>
                    <a:cubicBezTo>
                      <a:pt x="743" y="9536"/>
                      <a:pt x="473" y="8408"/>
                      <a:pt x="473" y="7269"/>
                    </a:cubicBezTo>
                    <a:cubicBezTo>
                      <a:pt x="473" y="3263"/>
                      <a:pt x="3730" y="0"/>
                      <a:pt x="7741" y="0"/>
                    </a:cubicBezTo>
                    <a:cubicBezTo>
                      <a:pt x="11758" y="0"/>
                      <a:pt x="15015" y="3258"/>
                      <a:pt x="15015" y="7269"/>
                    </a:cubicBezTo>
                    <a:cubicBezTo>
                      <a:pt x="15015" y="11280"/>
                      <a:pt x="11758" y="14543"/>
                      <a:pt x="7741" y="14543"/>
                    </a:cubicBezTo>
                    <a:cubicBezTo>
                      <a:pt x="6659" y="14543"/>
                      <a:pt x="5572" y="14290"/>
                      <a:pt x="4593" y="13823"/>
                    </a:cubicBezTo>
                    <a:lnTo>
                      <a:pt x="1566" y="14658"/>
                    </a:lnTo>
                    <a:cubicBezTo>
                      <a:pt x="1463" y="14687"/>
                      <a:pt x="1353" y="14704"/>
                      <a:pt x="1255" y="14704"/>
                    </a:cubicBezTo>
                    <a:cubicBezTo>
                      <a:pt x="910" y="14698"/>
                      <a:pt x="588" y="14554"/>
                      <a:pt x="369" y="14301"/>
                    </a:cubicBezTo>
                    <a:close/>
                    <a:moveTo>
                      <a:pt x="4616" y="13708"/>
                    </a:moveTo>
                    <a:cubicBezTo>
                      <a:pt x="5577" y="14180"/>
                      <a:pt x="6659" y="14428"/>
                      <a:pt x="7735" y="14428"/>
                    </a:cubicBezTo>
                    <a:cubicBezTo>
                      <a:pt x="11683" y="14428"/>
                      <a:pt x="14894" y="11222"/>
                      <a:pt x="14894" y="7274"/>
                    </a:cubicBezTo>
                    <a:cubicBezTo>
                      <a:pt x="14894" y="3321"/>
                      <a:pt x="11683" y="115"/>
                      <a:pt x="7735" y="115"/>
                    </a:cubicBezTo>
                    <a:cubicBezTo>
                      <a:pt x="3788" y="115"/>
                      <a:pt x="576" y="3321"/>
                      <a:pt x="576" y="7274"/>
                    </a:cubicBezTo>
                    <a:cubicBezTo>
                      <a:pt x="576" y="8402"/>
                      <a:pt x="853" y="9525"/>
                      <a:pt x="1365" y="10526"/>
                    </a:cubicBezTo>
                    <a:lnTo>
                      <a:pt x="1376" y="10543"/>
                    </a:lnTo>
                    <a:lnTo>
                      <a:pt x="283" y="13116"/>
                    </a:lnTo>
                    <a:cubicBezTo>
                      <a:pt x="128" y="13490"/>
                      <a:pt x="197" y="13921"/>
                      <a:pt x="461" y="14221"/>
                    </a:cubicBezTo>
                    <a:cubicBezTo>
                      <a:pt x="663" y="14451"/>
                      <a:pt x="950" y="14583"/>
                      <a:pt x="1255" y="14583"/>
                    </a:cubicBezTo>
                    <a:cubicBezTo>
                      <a:pt x="1348" y="14583"/>
                      <a:pt x="1440" y="14566"/>
                      <a:pt x="1537" y="14543"/>
                    </a:cubicBezTo>
                    <a:lnTo>
                      <a:pt x="4605" y="13697"/>
                    </a:lnTo>
                    <a:close/>
                  </a:path>
                </a:pathLst>
              </a:custGeom>
              <a:solidFill>
                <a:srgbClr val="134F5C">
                  <a:alpha val="5660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6">
                <a:extLst>
                  <a:ext uri="{FF2B5EF4-FFF2-40B4-BE49-F238E27FC236}">
                    <a16:creationId xmlns:a16="http://schemas.microsoft.com/office/drawing/2014/main" id="{0981E0CB-4BEA-C818-97AD-5CCBBA4935C9}"/>
                  </a:ext>
                </a:extLst>
              </p:cNvPr>
              <p:cNvSpPr/>
              <p:nvPr/>
            </p:nvSpPr>
            <p:spPr>
              <a:xfrm>
                <a:off x="6303841" y="2840110"/>
                <a:ext cx="799337" cy="785430"/>
              </a:xfrm>
              <a:custGeom>
                <a:avLst/>
                <a:gdLst/>
                <a:ahLst/>
                <a:cxnLst/>
                <a:rect l="l" t="t" r="r" b="b"/>
                <a:pathLst>
                  <a:path w="12587" h="12368" extrusionOk="0">
                    <a:moveTo>
                      <a:pt x="1" y="12368"/>
                    </a:moveTo>
                    <a:lnTo>
                      <a:pt x="1301" y="9318"/>
                    </a:lnTo>
                    <a:cubicBezTo>
                      <a:pt x="720" y="8386"/>
                      <a:pt x="386" y="7281"/>
                      <a:pt x="386" y="6101"/>
                    </a:cubicBezTo>
                    <a:cubicBezTo>
                      <a:pt x="386" y="2729"/>
                      <a:pt x="3120" y="1"/>
                      <a:pt x="6486" y="1"/>
                    </a:cubicBezTo>
                    <a:cubicBezTo>
                      <a:pt x="9853" y="1"/>
                      <a:pt x="12587" y="2734"/>
                      <a:pt x="12587" y="6101"/>
                    </a:cubicBezTo>
                    <a:cubicBezTo>
                      <a:pt x="12587" y="9468"/>
                      <a:pt x="9853" y="12201"/>
                      <a:pt x="6486" y="12201"/>
                    </a:cubicBezTo>
                    <a:cubicBezTo>
                      <a:pt x="5387" y="12201"/>
                      <a:pt x="4357" y="11913"/>
                      <a:pt x="3471" y="1140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6">
                <a:extLst>
                  <a:ext uri="{FF2B5EF4-FFF2-40B4-BE49-F238E27FC236}">
                    <a16:creationId xmlns:a16="http://schemas.microsoft.com/office/drawing/2014/main" id="{9975DFD7-A193-B5ED-C9A9-3D454FE7AA63}"/>
                  </a:ext>
                </a:extLst>
              </p:cNvPr>
              <p:cNvSpPr/>
              <p:nvPr/>
            </p:nvSpPr>
            <p:spPr>
              <a:xfrm>
                <a:off x="6515131" y="3091917"/>
                <a:ext cx="398367" cy="321335"/>
              </a:xfrm>
              <a:custGeom>
                <a:avLst/>
                <a:gdLst/>
                <a:ahLst/>
                <a:cxnLst/>
                <a:rect l="l" t="t" r="r" b="b"/>
                <a:pathLst>
                  <a:path w="6273" h="5060" extrusionOk="0">
                    <a:moveTo>
                      <a:pt x="4472" y="1"/>
                    </a:moveTo>
                    <a:lnTo>
                      <a:pt x="5208" y="1"/>
                    </a:lnTo>
                    <a:cubicBezTo>
                      <a:pt x="5801" y="1"/>
                      <a:pt x="6273" y="479"/>
                      <a:pt x="6273" y="1066"/>
                    </a:cubicBezTo>
                    <a:lnTo>
                      <a:pt x="6273" y="2873"/>
                    </a:lnTo>
                    <a:lnTo>
                      <a:pt x="6273" y="2884"/>
                    </a:lnTo>
                    <a:cubicBezTo>
                      <a:pt x="6273" y="4087"/>
                      <a:pt x="5306" y="5059"/>
                      <a:pt x="4109" y="5059"/>
                    </a:cubicBezTo>
                    <a:lnTo>
                      <a:pt x="3407" y="5059"/>
                    </a:lnTo>
                    <a:lnTo>
                      <a:pt x="3407" y="4093"/>
                    </a:lnTo>
                    <a:cubicBezTo>
                      <a:pt x="4167" y="4093"/>
                      <a:pt x="4402" y="3419"/>
                      <a:pt x="4472" y="2878"/>
                    </a:cubicBezTo>
                    <a:lnTo>
                      <a:pt x="4472" y="2878"/>
                    </a:lnTo>
                    <a:cubicBezTo>
                      <a:pt x="3879" y="2878"/>
                      <a:pt x="3407" y="2406"/>
                      <a:pt x="3407" y="1814"/>
                    </a:cubicBezTo>
                    <a:lnTo>
                      <a:pt x="3407" y="1071"/>
                    </a:lnTo>
                    <a:cubicBezTo>
                      <a:pt x="3407" y="484"/>
                      <a:pt x="3879" y="1"/>
                      <a:pt x="4472" y="1"/>
                    </a:cubicBezTo>
                    <a:close/>
                    <a:moveTo>
                      <a:pt x="1065" y="2878"/>
                    </a:moveTo>
                    <a:lnTo>
                      <a:pt x="1065" y="2878"/>
                    </a:lnTo>
                    <a:cubicBezTo>
                      <a:pt x="1001" y="3425"/>
                      <a:pt x="765" y="4093"/>
                      <a:pt x="0" y="4093"/>
                    </a:cubicBezTo>
                    <a:lnTo>
                      <a:pt x="0" y="5059"/>
                    </a:lnTo>
                    <a:lnTo>
                      <a:pt x="708" y="5059"/>
                    </a:lnTo>
                    <a:cubicBezTo>
                      <a:pt x="1911" y="5059"/>
                      <a:pt x="2877" y="4087"/>
                      <a:pt x="2877" y="2884"/>
                    </a:cubicBezTo>
                    <a:lnTo>
                      <a:pt x="2877" y="2873"/>
                    </a:lnTo>
                    <a:lnTo>
                      <a:pt x="2877" y="1066"/>
                    </a:lnTo>
                    <a:cubicBezTo>
                      <a:pt x="2877" y="473"/>
                      <a:pt x="2406" y="1"/>
                      <a:pt x="1813" y="1"/>
                    </a:cubicBezTo>
                    <a:lnTo>
                      <a:pt x="1076" y="1"/>
                    </a:lnTo>
                    <a:cubicBezTo>
                      <a:pt x="483" y="1"/>
                      <a:pt x="12" y="473"/>
                      <a:pt x="12" y="1066"/>
                    </a:cubicBezTo>
                    <a:lnTo>
                      <a:pt x="12" y="1808"/>
                    </a:lnTo>
                    <a:cubicBezTo>
                      <a:pt x="0" y="2395"/>
                      <a:pt x="483" y="2878"/>
                      <a:pt x="1065" y="287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7" name="Google Shape;487;p36">
              <a:extLst>
                <a:ext uri="{FF2B5EF4-FFF2-40B4-BE49-F238E27FC236}">
                  <a16:creationId xmlns:a16="http://schemas.microsoft.com/office/drawing/2014/main" id="{A1319151-F253-E029-A551-24E39F558FF3}"/>
                </a:ext>
              </a:extLst>
            </p:cNvPr>
            <p:cNvGrpSpPr/>
            <p:nvPr/>
          </p:nvGrpSpPr>
          <p:grpSpPr>
            <a:xfrm>
              <a:off x="6699330" y="2455550"/>
              <a:ext cx="791157" cy="791109"/>
              <a:chOff x="6746427" y="1893210"/>
              <a:chExt cx="1058120" cy="1058057"/>
            </a:xfrm>
          </p:grpSpPr>
          <p:sp>
            <p:nvSpPr>
              <p:cNvPr id="488" name="Google Shape;488;p36">
                <a:extLst>
                  <a:ext uri="{FF2B5EF4-FFF2-40B4-BE49-F238E27FC236}">
                    <a16:creationId xmlns:a16="http://schemas.microsoft.com/office/drawing/2014/main" id="{F00FFC07-5ABC-B9AF-E241-B01117642D03}"/>
                  </a:ext>
                </a:extLst>
              </p:cNvPr>
              <p:cNvSpPr/>
              <p:nvPr/>
            </p:nvSpPr>
            <p:spPr>
              <a:xfrm>
                <a:off x="6836735" y="1983455"/>
                <a:ext cx="877131" cy="877195"/>
              </a:xfrm>
              <a:custGeom>
                <a:avLst/>
                <a:gdLst/>
                <a:ahLst/>
                <a:cxnLst/>
                <a:rect l="l" t="t" r="r" b="b"/>
                <a:pathLst>
                  <a:path w="13812" h="13813" extrusionOk="0">
                    <a:moveTo>
                      <a:pt x="13812" y="6906"/>
                    </a:moveTo>
                    <a:cubicBezTo>
                      <a:pt x="13812" y="10722"/>
                      <a:pt x="10722" y="13812"/>
                      <a:pt x="6906" y="13812"/>
                    </a:cubicBezTo>
                    <a:cubicBezTo>
                      <a:pt x="3096" y="13812"/>
                      <a:pt x="0" y="10722"/>
                      <a:pt x="0" y="6906"/>
                    </a:cubicBezTo>
                    <a:cubicBezTo>
                      <a:pt x="0" y="3097"/>
                      <a:pt x="3096" y="1"/>
                      <a:pt x="6906" y="1"/>
                    </a:cubicBezTo>
                    <a:cubicBezTo>
                      <a:pt x="10722" y="1"/>
                      <a:pt x="13812" y="3097"/>
                      <a:pt x="13812" y="690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6">
                <a:extLst>
                  <a:ext uri="{FF2B5EF4-FFF2-40B4-BE49-F238E27FC236}">
                    <a16:creationId xmlns:a16="http://schemas.microsoft.com/office/drawing/2014/main" id="{D42F0D5B-F5DF-FA09-EF7D-7FF6017A03D5}"/>
                  </a:ext>
                </a:extLst>
              </p:cNvPr>
              <p:cNvSpPr/>
              <p:nvPr/>
            </p:nvSpPr>
            <p:spPr>
              <a:xfrm>
                <a:off x="6746427" y="1893210"/>
                <a:ext cx="1058120" cy="1058057"/>
              </a:xfrm>
              <a:custGeom>
                <a:avLst/>
                <a:gdLst/>
                <a:ahLst/>
                <a:cxnLst/>
                <a:rect l="l" t="t" r="r" b="b"/>
                <a:pathLst>
                  <a:path w="16662" h="16661" extrusionOk="0">
                    <a:moveTo>
                      <a:pt x="8328" y="16660"/>
                    </a:moveTo>
                    <a:cubicBezTo>
                      <a:pt x="3736" y="16660"/>
                      <a:pt x="1" y="12925"/>
                      <a:pt x="1" y="8333"/>
                    </a:cubicBezTo>
                    <a:cubicBezTo>
                      <a:pt x="1" y="3735"/>
                      <a:pt x="3730" y="0"/>
                      <a:pt x="8328" y="0"/>
                    </a:cubicBezTo>
                    <a:cubicBezTo>
                      <a:pt x="12926" y="0"/>
                      <a:pt x="16661" y="3741"/>
                      <a:pt x="16661" y="8333"/>
                    </a:cubicBezTo>
                    <a:cubicBezTo>
                      <a:pt x="16661" y="12920"/>
                      <a:pt x="12920" y="16660"/>
                      <a:pt x="8328" y="16660"/>
                    </a:cubicBezTo>
                    <a:close/>
                    <a:moveTo>
                      <a:pt x="8328" y="115"/>
                    </a:moveTo>
                    <a:cubicBezTo>
                      <a:pt x="3799" y="115"/>
                      <a:pt x="110" y="3804"/>
                      <a:pt x="110" y="8339"/>
                    </a:cubicBezTo>
                    <a:cubicBezTo>
                      <a:pt x="110" y="12868"/>
                      <a:pt x="3799" y="16562"/>
                      <a:pt x="8328" y="16562"/>
                    </a:cubicBezTo>
                    <a:cubicBezTo>
                      <a:pt x="12863" y="16562"/>
                      <a:pt x="16552" y="12868"/>
                      <a:pt x="16552" y="8339"/>
                    </a:cubicBezTo>
                    <a:cubicBezTo>
                      <a:pt x="16552" y="3804"/>
                      <a:pt x="12863" y="115"/>
                      <a:pt x="8328" y="115"/>
                    </a:cubicBezTo>
                    <a:close/>
                  </a:path>
                </a:pathLst>
              </a:custGeom>
              <a:solidFill>
                <a:srgbClr val="134F5C">
                  <a:alpha val="5660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6">
                <a:extLst>
                  <a:ext uri="{FF2B5EF4-FFF2-40B4-BE49-F238E27FC236}">
                    <a16:creationId xmlns:a16="http://schemas.microsoft.com/office/drawing/2014/main" id="{8F63DE15-AF39-23F7-9D40-82E891E6EF40}"/>
                  </a:ext>
                </a:extLst>
              </p:cNvPr>
              <p:cNvSpPr/>
              <p:nvPr/>
            </p:nvSpPr>
            <p:spPr>
              <a:xfrm>
                <a:off x="6996775" y="2145717"/>
                <a:ext cx="557383" cy="607489"/>
              </a:xfrm>
              <a:custGeom>
                <a:avLst/>
                <a:gdLst/>
                <a:ahLst/>
                <a:cxnLst/>
                <a:rect l="l" t="t" r="r" b="b"/>
                <a:pathLst>
                  <a:path w="8777" h="9566" extrusionOk="0">
                    <a:moveTo>
                      <a:pt x="8196" y="6302"/>
                    </a:moveTo>
                    <a:lnTo>
                      <a:pt x="8196" y="3149"/>
                    </a:lnTo>
                    <a:cubicBezTo>
                      <a:pt x="8524" y="3068"/>
                      <a:pt x="8777" y="2775"/>
                      <a:pt x="8777" y="2412"/>
                    </a:cubicBezTo>
                    <a:cubicBezTo>
                      <a:pt x="8777" y="1998"/>
                      <a:pt x="8437" y="1658"/>
                      <a:pt x="8023" y="1658"/>
                    </a:cubicBezTo>
                    <a:cubicBezTo>
                      <a:pt x="7793" y="1658"/>
                      <a:pt x="7580" y="1767"/>
                      <a:pt x="7448" y="1929"/>
                    </a:cubicBezTo>
                    <a:lnTo>
                      <a:pt x="5146" y="789"/>
                    </a:lnTo>
                    <a:lnTo>
                      <a:pt x="5146" y="760"/>
                    </a:lnTo>
                    <a:cubicBezTo>
                      <a:pt x="5146" y="340"/>
                      <a:pt x="4806" y="1"/>
                      <a:pt x="4386" y="1"/>
                    </a:cubicBezTo>
                    <a:cubicBezTo>
                      <a:pt x="3972" y="1"/>
                      <a:pt x="3632" y="340"/>
                      <a:pt x="3632" y="760"/>
                    </a:cubicBezTo>
                    <a:lnTo>
                      <a:pt x="3632" y="789"/>
                    </a:lnTo>
                    <a:lnTo>
                      <a:pt x="1330" y="1929"/>
                    </a:lnTo>
                    <a:cubicBezTo>
                      <a:pt x="1192" y="1767"/>
                      <a:pt x="985" y="1658"/>
                      <a:pt x="755" y="1658"/>
                    </a:cubicBezTo>
                    <a:cubicBezTo>
                      <a:pt x="340" y="1658"/>
                      <a:pt x="1" y="1998"/>
                      <a:pt x="1" y="2412"/>
                    </a:cubicBezTo>
                    <a:cubicBezTo>
                      <a:pt x="1" y="2775"/>
                      <a:pt x="243" y="3068"/>
                      <a:pt x="582" y="3149"/>
                    </a:cubicBezTo>
                    <a:lnTo>
                      <a:pt x="582" y="6302"/>
                    </a:lnTo>
                    <a:cubicBezTo>
                      <a:pt x="254" y="6383"/>
                      <a:pt x="1" y="6676"/>
                      <a:pt x="1" y="7039"/>
                    </a:cubicBezTo>
                    <a:cubicBezTo>
                      <a:pt x="1" y="7453"/>
                      <a:pt x="340" y="7793"/>
                      <a:pt x="755" y="7793"/>
                    </a:cubicBezTo>
                    <a:cubicBezTo>
                      <a:pt x="1037" y="7793"/>
                      <a:pt x="1290" y="7637"/>
                      <a:pt x="1411" y="7407"/>
                    </a:cubicBezTo>
                    <a:lnTo>
                      <a:pt x="3684" y="8535"/>
                    </a:lnTo>
                    <a:cubicBezTo>
                      <a:pt x="3649" y="8621"/>
                      <a:pt x="3632" y="8713"/>
                      <a:pt x="3632" y="8806"/>
                    </a:cubicBezTo>
                    <a:cubicBezTo>
                      <a:pt x="3632" y="9226"/>
                      <a:pt x="3972" y="9565"/>
                      <a:pt x="4386" y="9565"/>
                    </a:cubicBezTo>
                    <a:cubicBezTo>
                      <a:pt x="4806" y="9565"/>
                      <a:pt x="5146" y="9226"/>
                      <a:pt x="5146" y="8806"/>
                    </a:cubicBezTo>
                    <a:cubicBezTo>
                      <a:pt x="5146" y="8713"/>
                      <a:pt x="5123" y="8621"/>
                      <a:pt x="5094" y="8535"/>
                    </a:cubicBezTo>
                    <a:lnTo>
                      <a:pt x="7367" y="7407"/>
                    </a:lnTo>
                    <a:cubicBezTo>
                      <a:pt x="7494" y="7637"/>
                      <a:pt x="7741" y="7793"/>
                      <a:pt x="8023" y="7793"/>
                    </a:cubicBezTo>
                    <a:cubicBezTo>
                      <a:pt x="8437" y="7793"/>
                      <a:pt x="8777" y="7453"/>
                      <a:pt x="8777" y="7039"/>
                    </a:cubicBezTo>
                    <a:cubicBezTo>
                      <a:pt x="8771" y="6688"/>
                      <a:pt x="8524" y="6383"/>
                      <a:pt x="8196" y="6302"/>
                    </a:cubicBezTo>
                    <a:close/>
                    <a:moveTo>
                      <a:pt x="1221" y="6446"/>
                    </a:moveTo>
                    <a:cubicBezTo>
                      <a:pt x="1135" y="6383"/>
                      <a:pt x="1037" y="6331"/>
                      <a:pt x="927" y="6302"/>
                    </a:cubicBezTo>
                    <a:lnTo>
                      <a:pt x="927" y="3149"/>
                    </a:lnTo>
                    <a:cubicBezTo>
                      <a:pt x="1089" y="3108"/>
                      <a:pt x="1232" y="3016"/>
                      <a:pt x="1330" y="2895"/>
                    </a:cubicBezTo>
                    <a:lnTo>
                      <a:pt x="3638" y="4041"/>
                    </a:lnTo>
                    <a:cubicBezTo>
                      <a:pt x="3632" y="4081"/>
                      <a:pt x="3626" y="4133"/>
                      <a:pt x="3626" y="4173"/>
                    </a:cubicBezTo>
                    <a:cubicBezTo>
                      <a:pt x="3626" y="4535"/>
                      <a:pt x="3868" y="4829"/>
                      <a:pt x="4208" y="4910"/>
                    </a:cubicBezTo>
                    <a:lnTo>
                      <a:pt x="4208" y="4967"/>
                    </a:lnTo>
                    <a:close/>
                    <a:moveTo>
                      <a:pt x="4559" y="4915"/>
                    </a:moveTo>
                    <a:cubicBezTo>
                      <a:pt x="4892" y="4835"/>
                      <a:pt x="5134" y="4541"/>
                      <a:pt x="5134" y="4184"/>
                    </a:cubicBezTo>
                    <a:cubicBezTo>
                      <a:pt x="5134" y="4133"/>
                      <a:pt x="5128" y="4087"/>
                      <a:pt x="5123" y="4046"/>
                    </a:cubicBezTo>
                    <a:lnTo>
                      <a:pt x="7430" y="2901"/>
                    </a:lnTo>
                    <a:cubicBezTo>
                      <a:pt x="7534" y="3022"/>
                      <a:pt x="7678" y="3108"/>
                      <a:pt x="7833" y="3154"/>
                    </a:cubicBezTo>
                    <a:lnTo>
                      <a:pt x="7833" y="6314"/>
                    </a:lnTo>
                    <a:cubicBezTo>
                      <a:pt x="7724" y="6343"/>
                      <a:pt x="7626" y="6389"/>
                      <a:pt x="7540" y="6458"/>
                    </a:cubicBezTo>
                    <a:lnTo>
                      <a:pt x="4553" y="4973"/>
                    </a:lnTo>
                    <a:lnTo>
                      <a:pt x="4553" y="4915"/>
                    </a:lnTo>
                    <a:close/>
                    <a:moveTo>
                      <a:pt x="7281" y="2239"/>
                    </a:moveTo>
                    <a:cubicBezTo>
                      <a:pt x="7263" y="2297"/>
                      <a:pt x="7258" y="2349"/>
                      <a:pt x="7258" y="2412"/>
                    </a:cubicBezTo>
                    <a:cubicBezTo>
                      <a:pt x="7258" y="2470"/>
                      <a:pt x="7263" y="2527"/>
                      <a:pt x="7281" y="2585"/>
                    </a:cubicBezTo>
                    <a:lnTo>
                      <a:pt x="4985" y="3724"/>
                    </a:lnTo>
                    <a:cubicBezTo>
                      <a:pt x="4887" y="3586"/>
                      <a:pt x="4731" y="3494"/>
                      <a:pt x="4559" y="3448"/>
                    </a:cubicBezTo>
                    <a:lnTo>
                      <a:pt x="4559" y="1491"/>
                    </a:lnTo>
                    <a:cubicBezTo>
                      <a:pt x="4772" y="1439"/>
                      <a:pt x="4933" y="1313"/>
                      <a:pt x="5042" y="1134"/>
                    </a:cubicBezTo>
                    <a:close/>
                    <a:moveTo>
                      <a:pt x="3736" y="1134"/>
                    </a:moveTo>
                    <a:cubicBezTo>
                      <a:pt x="3834" y="1313"/>
                      <a:pt x="4006" y="1439"/>
                      <a:pt x="4213" y="1491"/>
                    </a:cubicBezTo>
                    <a:lnTo>
                      <a:pt x="4213" y="3448"/>
                    </a:lnTo>
                    <a:cubicBezTo>
                      <a:pt x="4041" y="3494"/>
                      <a:pt x="3897" y="3586"/>
                      <a:pt x="3793" y="3724"/>
                    </a:cubicBezTo>
                    <a:lnTo>
                      <a:pt x="1497" y="2579"/>
                    </a:lnTo>
                    <a:cubicBezTo>
                      <a:pt x="1509" y="2521"/>
                      <a:pt x="1520" y="2470"/>
                      <a:pt x="1520" y="2406"/>
                    </a:cubicBezTo>
                    <a:cubicBezTo>
                      <a:pt x="1520" y="2349"/>
                      <a:pt x="1509" y="2291"/>
                      <a:pt x="1497" y="2234"/>
                    </a:cubicBezTo>
                    <a:close/>
                    <a:moveTo>
                      <a:pt x="1445" y="6728"/>
                    </a:moveTo>
                    <a:lnTo>
                      <a:pt x="4213" y="5353"/>
                    </a:lnTo>
                    <a:lnTo>
                      <a:pt x="4213" y="8069"/>
                    </a:lnTo>
                    <a:cubicBezTo>
                      <a:pt x="4093" y="8092"/>
                      <a:pt x="3983" y="8155"/>
                      <a:pt x="3891" y="8230"/>
                    </a:cubicBezTo>
                    <a:lnTo>
                      <a:pt x="1509" y="7050"/>
                    </a:lnTo>
                    <a:lnTo>
                      <a:pt x="1509" y="7033"/>
                    </a:lnTo>
                    <a:cubicBezTo>
                      <a:pt x="1509" y="6930"/>
                      <a:pt x="1491" y="6820"/>
                      <a:pt x="1445" y="6728"/>
                    </a:cubicBezTo>
                    <a:close/>
                    <a:moveTo>
                      <a:pt x="4887" y="8242"/>
                    </a:moveTo>
                    <a:cubicBezTo>
                      <a:pt x="4789" y="8161"/>
                      <a:pt x="4685" y="8103"/>
                      <a:pt x="4559" y="8075"/>
                    </a:cubicBezTo>
                    <a:lnTo>
                      <a:pt x="4559" y="5353"/>
                    </a:lnTo>
                    <a:lnTo>
                      <a:pt x="7333" y="6728"/>
                    </a:lnTo>
                    <a:cubicBezTo>
                      <a:pt x="7286" y="6820"/>
                      <a:pt x="7263" y="6924"/>
                      <a:pt x="7263" y="7039"/>
                    </a:cubicBezTo>
                    <a:lnTo>
                      <a:pt x="7263" y="7062"/>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1" name="Google Shape;491;p36">
              <a:extLst>
                <a:ext uri="{FF2B5EF4-FFF2-40B4-BE49-F238E27FC236}">
                  <a16:creationId xmlns:a16="http://schemas.microsoft.com/office/drawing/2014/main" id="{4A8D10AE-AA80-83A3-BEC1-9015375BFA99}"/>
                </a:ext>
              </a:extLst>
            </p:cNvPr>
            <p:cNvSpPr/>
            <p:nvPr/>
          </p:nvSpPr>
          <p:spPr>
            <a:xfrm>
              <a:off x="8399355" y="3558815"/>
              <a:ext cx="337021" cy="271928"/>
            </a:xfrm>
            <a:custGeom>
              <a:avLst/>
              <a:gdLst/>
              <a:ahLst/>
              <a:cxnLst/>
              <a:rect l="l" t="t" r="r" b="b"/>
              <a:pathLst>
                <a:path w="5307" h="4282" fill="none" extrusionOk="0">
                  <a:moveTo>
                    <a:pt x="3782" y="0"/>
                  </a:moveTo>
                  <a:lnTo>
                    <a:pt x="4403" y="0"/>
                  </a:lnTo>
                  <a:cubicBezTo>
                    <a:pt x="4904" y="0"/>
                    <a:pt x="5307" y="403"/>
                    <a:pt x="5307" y="904"/>
                  </a:cubicBezTo>
                  <a:lnTo>
                    <a:pt x="5307" y="2429"/>
                  </a:lnTo>
                  <a:lnTo>
                    <a:pt x="5307" y="2440"/>
                  </a:lnTo>
                  <a:cubicBezTo>
                    <a:pt x="5307" y="3453"/>
                    <a:pt x="4484" y="4276"/>
                    <a:pt x="3471" y="4276"/>
                  </a:cubicBezTo>
                  <a:lnTo>
                    <a:pt x="2872" y="4276"/>
                  </a:lnTo>
                  <a:lnTo>
                    <a:pt x="2872" y="3453"/>
                  </a:lnTo>
                  <a:cubicBezTo>
                    <a:pt x="3523" y="3453"/>
                    <a:pt x="3724" y="2889"/>
                    <a:pt x="3770" y="2429"/>
                  </a:cubicBezTo>
                  <a:lnTo>
                    <a:pt x="3770" y="2429"/>
                  </a:lnTo>
                  <a:cubicBezTo>
                    <a:pt x="3275" y="2429"/>
                    <a:pt x="2872" y="2026"/>
                    <a:pt x="2872" y="1525"/>
                  </a:cubicBezTo>
                  <a:lnTo>
                    <a:pt x="2872" y="904"/>
                  </a:lnTo>
                  <a:cubicBezTo>
                    <a:pt x="2878" y="403"/>
                    <a:pt x="3281" y="0"/>
                    <a:pt x="3782" y="0"/>
                  </a:cubicBezTo>
                  <a:close/>
                  <a:moveTo>
                    <a:pt x="910" y="2434"/>
                  </a:moveTo>
                  <a:lnTo>
                    <a:pt x="910" y="2434"/>
                  </a:lnTo>
                  <a:cubicBezTo>
                    <a:pt x="852" y="2895"/>
                    <a:pt x="651" y="3459"/>
                    <a:pt x="12" y="3459"/>
                  </a:cubicBezTo>
                  <a:lnTo>
                    <a:pt x="12" y="4282"/>
                  </a:lnTo>
                  <a:lnTo>
                    <a:pt x="605" y="4282"/>
                  </a:lnTo>
                  <a:cubicBezTo>
                    <a:pt x="1624" y="4282"/>
                    <a:pt x="2441" y="3459"/>
                    <a:pt x="2441" y="2446"/>
                  </a:cubicBezTo>
                  <a:lnTo>
                    <a:pt x="2441" y="2434"/>
                  </a:lnTo>
                  <a:lnTo>
                    <a:pt x="2441" y="904"/>
                  </a:lnTo>
                  <a:cubicBezTo>
                    <a:pt x="2441" y="403"/>
                    <a:pt x="2038" y="0"/>
                    <a:pt x="1543" y="0"/>
                  </a:cubicBezTo>
                  <a:lnTo>
                    <a:pt x="916" y="0"/>
                  </a:lnTo>
                  <a:cubicBezTo>
                    <a:pt x="421" y="0"/>
                    <a:pt x="18" y="403"/>
                    <a:pt x="18" y="904"/>
                  </a:cubicBezTo>
                  <a:lnTo>
                    <a:pt x="18" y="1525"/>
                  </a:lnTo>
                  <a:cubicBezTo>
                    <a:pt x="1" y="2026"/>
                    <a:pt x="404" y="2434"/>
                    <a:pt x="910" y="2434"/>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6">
              <a:extLst>
                <a:ext uri="{FF2B5EF4-FFF2-40B4-BE49-F238E27FC236}">
                  <a16:creationId xmlns:a16="http://schemas.microsoft.com/office/drawing/2014/main" id="{FCE3950B-3E13-6888-E73C-18565F5AB9E6}"/>
                </a:ext>
              </a:extLst>
            </p:cNvPr>
            <p:cNvSpPr/>
            <p:nvPr/>
          </p:nvSpPr>
          <p:spPr>
            <a:xfrm>
              <a:off x="6054669" y="4040401"/>
              <a:ext cx="411957" cy="412274"/>
            </a:xfrm>
            <a:custGeom>
              <a:avLst/>
              <a:gdLst/>
              <a:ahLst/>
              <a:cxnLst/>
              <a:rect l="l" t="t" r="r" b="b"/>
              <a:pathLst>
                <a:path w="6487" h="6492" fill="none" extrusionOk="0">
                  <a:moveTo>
                    <a:pt x="6481" y="3033"/>
                  </a:moveTo>
                  <a:cubicBezTo>
                    <a:pt x="6475" y="2930"/>
                    <a:pt x="6418" y="2843"/>
                    <a:pt x="6326" y="2809"/>
                  </a:cubicBezTo>
                  <a:lnTo>
                    <a:pt x="6078" y="2700"/>
                  </a:lnTo>
                  <a:cubicBezTo>
                    <a:pt x="6009" y="2665"/>
                    <a:pt x="5951" y="2607"/>
                    <a:pt x="5928" y="2527"/>
                  </a:cubicBezTo>
                  <a:lnTo>
                    <a:pt x="5928" y="2527"/>
                  </a:lnTo>
                  <a:cubicBezTo>
                    <a:pt x="5905" y="2446"/>
                    <a:pt x="5923" y="2372"/>
                    <a:pt x="5969" y="2302"/>
                  </a:cubicBezTo>
                  <a:lnTo>
                    <a:pt x="6130" y="2090"/>
                  </a:lnTo>
                  <a:cubicBezTo>
                    <a:pt x="6187" y="2009"/>
                    <a:pt x="6199" y="1900"/>
                    <a:pt x="6153" y="1813"/>
                  </a:cubicBezTo>
                  <a:cubicBezTo>
                    <a:pt x="6084" y="1687"/>
                    <a:pt x="6015" y="1566"/>
                    <a:pt x="5940" y="1451"/>
                  </a:cubicBezTo>
                  <a:cubicBezTo>
                    <a:pt x="5882" y="1370"/>
                    <a:pt x="5790" y="1318"/>
                    <a:pt x="5693" y="1336"/>
                  </a:cubicBezTo>
                  <a:lnTo>
                    <a:pt x="5422" y="1364"/>
                  </a:lnTo>
                  <a:cubicBezTo>
                    <a:pt x="5347" y="1370"/>
                    <a:pt x="5267" y="1341"/>
                    <a:pt x="5209" y="1284"/>
                  </a:cubicBezTo>
                  <a:lnTo>
                    <a:pt x="5209" y="1284"/>
                  </a:lnTo>
                  <a:cubicBezTo>
                    <a:pt x="5152" y="1226"/>
                    <a:pt x="5123" y="1146"/>
                    <a:pt x="5129" y="1065"/>
                  </a:cubicBezTo>
                  <a:lnTo>
                    <a:pt x="5157" y="800"/>
                  </a:lnTo>
                  <a:cubicBezTo>
                    <a:pt x="5175" y="697"/>
                    <a:pt x="5123" y="605"/>
                    <a:pt x="5042" y="547"/>
                  </a:cubicBezTo>
                  <a:cubicBezTo>
                    <a:pt x="4927" y="467"/>
                    <a:pt x="4806" y="398"/>
                    <a:pt x="4674" y="340"/>
                  </a:cubicBezTo>
                  <a:cubicBezTo>
                    <a:pt x="4588" y="294"/>
                    <a:pt x="4484" y="306"/>
                    <a:pt x="4403" y="363"/>
                  </a:cubicBezTo>
                  <a:lnTo>
                    <a:pt x="4185" y="518"/>
                  </a:lnTo>
                  <a:cubicBezTo>
                    <a:pt x="4121" y="570"/>
                    <a:pt x="4041" y="582"/>
                    <a:pt x="3960" y="565"/>
                  </a:cubicBezTo>
                  <a:lnTo>
                    <a:pt x="3960" y="565"/>
                  </a:lnTo>
                  <a:cubicBezTo>
                    <a:pt x="3885" y="542"/>
                    <a:pt x="3816" y="490"/>
                    <a:pt x="3788" y="409"/>
                  </a:cubicBezTo>
                  <a:lnTo>
                    <a:pt x="3684" y="167"/>
                  </a:lnTo>
                  <a:cubicBezTo>
                    <a:pt x="3644" y="81"/>
                    <a:pt x="3563" y="18"/>
                    <a:pt x="3460" y="6"/>
                  </a:cubicBezTo>
                  <a:cubicBezTo>
                    <a:pt x="3385" y="1"/>
                    <a:pt x="3316" y="1"/>
                    <a:pt x="3241" y="1"/>
                  </a:cubicBezTo>
                  <a:cubicBezTo>
                    <a:pt x="3172" y="1"/>
                    <a:pt x="3097" y="1"/>
                    <a:pt x="3028" y="6"/>
                  </a:cubicBezTo>
                  <a:cubicBezTo>
                    <a:pt x="2924" y="18"/>
                    <a:pt x="2850" y="75"/>
                    <a:pt x="2804" y="167"/>
                  </a:cubicBezTo>
                  <a:lnTo>
                    <a:pt x="2694" y="409"/>
                  </a:lnTo>
                  <a:cubicBezTo>
                    <a:pt x="2660" y="484"/>
                    <a:pt x="2602" y="542"/>
                    <a:pt x="2522" y="565"/>
                  </a:cubicBezTo>
                  <a:lnTo>
                    <a:pt x="2522" y="565"/>
                  </a:lnTo>
                  <a:cubicBezTo>
                    <a:pt x="2447" y="582"/>
                    <a:pt x="2366" y="570"/>
                    <a:pt x="2303" y="518"/>
                  </a:cubicBezTo>
                  <a:lnTo>
                    <a:pt x="2084" y="363"/>
                  </a:lnTo>
                  <a:cubicBezTo>
                    <a:pt x="2004" y="306"/>
                    <a:pt x="1900" y="288"/>
                    <a:pt x="1814" y="340"/>
                  </a:cubicBezTo>
                  <a:cubicBezTo>
                    <a:pt x="1681" y="403"/>
                    <a:pt x="1561" y="478"/>
                    <a:pt x="1445" y="547"/>
                  </a:cubicBezTo>
                  <a:cubicBezTo>
                    <a:pt x="1365" y="605"/>
                    <a:pt x="1313" y="697"/>
                    <a:pt x="1330" y="800"/>
                  </a:cubicBezTo>
                  <a:lnTo>
                    <a:pt x="1359" y="1065"/>
                  </a:lnTo>
                  <a:cubicBezTo>
                    <a:pt x="1365" y="1146"/>
                    <a:pt x="1336" y="1226"/>
                    <a:pt x="1279" y="1284"/>
                  </a:cubicBezTo>
                  <a:lnTo>
                    <a:pt x="1279" y="1284"/>
                  </a:lnTo>
                  <a:cubicBezTo>
                    <a:pt x="1221" y="1341"/>
                    <a:pt x="1140" y="1370"/>
                    <a:pt x="1066" y="1364"/>
                  </a:cubicBezTo>
                  <a:lnTo>
                    <a:pt x="795" y="1336"/>
                  </a:lnTo>
                  <a:cubicBezTo>
                    <a:pt x="697" y="1318"/>
                    <a:pt x="605" y="1370"/>
                    <a:pt x="548" y="1451"/>
                  </a:cubicBezTo>
                  <a:cubicBezTo>
                    <a:pt x="467" y="1566"/>
                    <a:pt x="392" y="1687"/>
                    <a:pt x="335" y="1813"/>
                  </a:cubicBezTo>
                  <a:cubicBezTo>
                    <a:pt x="294" y="1900"/>
                    <a:pt x="300" y="2009"/>
                    <a:pt x="358" y="2090"/>
                  </a:cubicBezTo>
                  <a:lnTo>
                    <a:pt x="519" y="2302"/>
                  </a:lnTo>
                  <a:cubicBezTo>
                    <a:pt x="565" y="2372"/>
                    <a:pt x="582" y="2446"/>
                    <a:pt x="559" y="2527"/>
                  </a:cubicBezTo>
                  <a:lnTo>
                    <a:pt x="559" y="2527"/>
                  </a:lnTo>
                  <a:cubicBezTo>
                    <a:pt x="536" y="2607"/>
                    <a:pt x="490" y="2671"/>
                    <a:pt x="410" y="2700"/>
                  </a:cubicBezTo>
                  <a:lnTo>
                    <a:pt x="162" y="2809"/>
                  </a:lnTo>
                  <a:cubicBezTo>
                    <a:pt x="76" y="2843"/>
                    <a:pt x="13" y="2930"/>
                    <a:pt x="7" y="3033"/>
                  </a:cubicBezTo>
                  <a:cubicBezTo>
                    <a:pt x="1" y="3102"/>
                    <a:pt x="1" y="3177"/>
                    <a:pt x="1" y="3246"/>
                  </a:cubicBezTo>
                  <a:cubicBezTo>
                    <a:pt x="1" y="3321"/>
                    <a:pt x="1" y="3390"/>
                    <a:pt x="7" y="3465"/>
                  </a:cubicBezTo>
                  <a:cubicBezTo>
                    <a:pt x="13" y="3563"/>
                    <a:pt x="70" y="3643"/>
                    <a:pt x="162" y="3684"/>
                  </a:cubicBezTo>
                  <a:lnTo>
                    <a:pt x="410" y="3793"/>
                  </a:lnTo>
                  <a:cubicBezTo>
                    <a:pt x="479" y="3822"/>
                    <a:pt x="536" y="3885"/>
                    <a:pt x="559" y="3966"/>
                  </a:cubicBezTo>
                  <a:lnTo>
                    <a:pt x="559" y="3966"/>
                  </a:lnTo>
                  <a:cubicBezTo>
                    <a:pt x="582" y="4046"/>
                    <a:pt x="565" y="4127"/>
                    <a:pt x="519" y="4190"/>
                  </a:cubicBezTo>
                  <a:lnTo>
                    <a:pt x="358" y="4403"/>
                  </a:lnTo>
                  <a:cubicBezTo>
                    <a:pt x="300" y="4484"/>
                    <a:pt x="289" y="4593"/>
                    <a:pt x="335" y="4679"/>
                  </a:cubicBezTo>
                  <a:cubicBezTo>
                    <a:pt x="404" y="4806"/>
                    <a:pt x="473" y="4932"/>
                    <a:pt x="548" y="5048"/>
                  </a:cubicBezTo>
                  <a:cubicBezTo>
                    <a:pt x="605" y="5122"/>
                    <a:pt x="697" y="5174"/>
                    <a:pt x="795" y="5163"/>
                  </a:cubicBezTo>
                  <a:lnTo>
                    <a:pt x="1066" y="5134"/>
                  </a:lnTo>
                  <a:cubicBezTo>
                    <a:pt x="1140" y="5122"/>
                    <a:pt x="1221" y="5151"/>
                    <a:pt x="1279" y="5209"/>
                  </a:cubicBezTo>
                  <a:lnTo>
                    <a:pt x="1279" y="5209"/>
                  </a:lnTo>
                  <a:cubicBezTo>
                    <a:pt x="1336" y="5266"/>
                    <a:pt x="1365" y="5347"/>
                    <a:pt x="1359" y="5427"/>
                  </a:cubicBezTo>
                  <a:lnTo>
                    <a:pt x="1330" y="5692"/>
                  </a:lnTo>
                  <a:cubicBezTo>
                    <a:pt x="1313" y="5796"/>
                    <a:pt x="1365" y="5888"/>
                    <a:pt x="1445" y="5945"/>
                  </a:cubicBezTo>
                  <a:cubicBezTo>
                    <a:pt x="1561" y="6026"/>
                    <a:pt x="1681" y="6095"/>
                    <a:pt x="1814" y="6152"/>
                  </a:cubicBezTo>
                  <a:cubicBezTo>
                    <a:pt x="1900" y="6198"/>
                    <a:pt x="2004" y="6187"/>
                    <a:pt x="2084" y="6129"/>
                  </a:cubicBezTo>
                  <a:lnTo>
                    <a:pt x="2303" y="5974"/>
                  </a:lnTo>
                  <a:cubicBezTo>
                    <a:pt x="2366" y="5922"/>
                    <a:pt x="2447" y="5911"/>
                    <a:pt x="2522" y="5928"/>
                  </a:cubicBezTo>
                  <a:lnTo>
                    <a:pt x="2522" y="5928"/>
                  </a:lnTo>
                  <a:cubicBezTo>
                    <a:pt x="2602" y="5951"/>
                    <a:pt x="2665" y="6003"/>
                    <a:pt x="2694" y="6083"/>
                  </a:cubicBezTo>
                  <a:lnTo>
                    <a:pt x="2804" y="6325"/>
                  </a:lnTo>
                  <a:cubicBezTo>
                    <a:pt x="2838" y="6411"/>
                    <a:pt x="2924" y="6475"/>
                    <a:pt x="3028" y="6486"/>
                  </a:cubicBezTo>
                  <a:cubicBezTo>
                    <a:pt x="3097" y="6492"/>
                    <a:pt x="3172" y="6492"/>
                    <a:pt x="3241" y="6492"/>
                  </a:cubicBezTo>
                  <a:cubicBezTo>
                    <a:pt x="3316" y="6492"/>
                    <a:pt x="3385" y="6492"/>
                    <a:pt x="3460" y="6486"/>
                  </a:cubicBezTo>
                  <a:cubicBezTo>
                    <a:pt x="3557" y="6475"/>
                    <a:pt x="3644" y="6417"/>
                    <a:pt x="3684" y="6325"/>
                  </a:cubicBezTo>
                  <a:lnTo>
                    <a:pt x="3788" y="6083"/>
                  </a:lnTo>
                  <a:cubicBezTo>
                    <a:pt x="3828" y="6009"/>
                    <a:pt x="3885" y="5951"/>
                    <a:pt x="3960" y="5928"/>
                  </a:cubicBezTo>
                  <a:lnTo>
                    <a:pt x="3960" y="5928"/>
                  </a:lnTo>
                  <a:cubicBezTo>
                    <a:pt x="4041" y="5911"/>
                    <a:pt x="4121" y="5922"/>
                    <a:pt x="4185" y="5974"/>
                  </a:cubicBezTo>
                  <a:lnTo>
                    <a:pt x="4403" y="6129"/>
                  </a:lnTo>
                  <a:cubicBezTo>
                    <a:pt x="4484" y="6187"/>
                    <a:pt x="4588" y="6204"/>
                    <a:pt x="4674" y="6152"/>
                  </a:cubicBezTo>
                  <a:cubicBezTo>
                    <a:pt x="4806" y="6089"/>
                    <a:pt x="4927" y="6014"/>
                    <a:pt x="5042" y="5945"/>
                  </a:cubicBezTo>
                  <a:cubicBezTo>
                    <a:pt x="5123" y="5888"/>
                    <a:pt x="5175" y="5796"/>
                    <a:pt x="5157" y="5692"/>
                  </a:cubicBezTo>
                  <a:lnTo>
                    <a:pt x="5129" y="5427"/>
                  </a:lnTo>
                  <a:cubicBezTo>
                    <a:pt x="5123" y="5347"/>
                    <a:pt x="5152" y="5266"/>
                    <a:pt x="5209" y="5209"/>
                  </a:cubicBezTo>
                  <a:lnTo>
                    <a:pt x="5209" y="5209"/>
                  </a:lnTo>
                  <a:cubicBezTo>
                    <a:pt x="5267" y="5151"/>
                    <a:pt x="5347" y="5122"/>
                    <a:pt x="5422" y="5134"/>
                  </a:cubicBezTo>
                  <a:lnTo>
                    <a:pt x="5693" y="5163"/>
                  </a:lnTo>
                  <a:cubicBezTo>
                    <a:pt x="5790" y="5174"/>
                    <a:pt x="5882" y="5122"/>
                    <a:pt x="5940" y="5048"/>
                  </a:cubicBezTo>
                  <a:cubicBezTo>
                    <a:pt x="6021" y="4932"/>
                    <a:pt x="6095" y="4806"/>
                    <a:pt x="6153" y="4679"/>
                  </a:cubicBezTo>
                  <a:cubicBezTo>
                    <a:pt x="6193" y="4593"/>
                    <a:pt x="6187" y="4484"/>
                    <a:pt x="6130" y="4403"/>
                  </a:cubicBezTo>
                  <a:lnTo>
                    <a:pt x="5969" y="4190"/>
                  </a:lnTo>
                  <a:cubicBezTo>
                    <a:pt x="5923" y="4127"/>
                    <a:pt x="5905" y="4046"/>
                    <a:pt x="5928" y="3966"/>
                  </a:cubicBezTo>
                  <a:lnTo>
                    <a:pt x="5928" y="3966"/>
                  </a:lnTo>
                  <a:cubicBezTo>
                    <a:pt x="5951" y="3885"/>
                    <a:pt x="5998" y="3822"/>
                    <a:pt x="6078" y="3793"/>
                  </a:cubicBezTo>
                  <a:lnTo>
                    <a:pt x="6326" y="3684"/>
                  </a:lnTo>
                  <a:cubicBezTo>
                    <a:pt x="6412" y="3649"/>
                    <a:pt x="6475" y="3563"/>
                    <a:pt x="6481" y="3465"/>
                  </a:cubicBezTo>
                  <a:cubicBezTo>
                    <a:pt x="6487" y="3390"/>
                    <a:pt x="6487" y="3321"/>
                    <a:pt x="6487" y="3246"/>
                  </a:cubicBezTo>
                  <a:cubicBezTo>
                    <a:pt x="6487" y="3166"/>
                    <a:pt x="6487" y="3097"/>
                    <a:pt x="6481" y="3033"/>
                  </a:cubicBezTo>
                  <a:close/>
                  <a:moveTo>
                    <a:pt x="3252" y="4368"/>
                  </a:moveTo>
                  <a:cubicBezTo>
                    <a:pt x="2631" y="4368"/>
                    <a:pt x="2130" y="3868"/>
                    <a:pt x="2130" y="3246"/>
                  </a:cubicBezTo>
                  <a:cubicBezTo>
                    <a:pt x="2130" y="2631"/>
                    <a:pt x="2631" y="2124"/>
                    <a:pt x="3252" y="2124"/>
                  </a:cubicBezTo>
                  <a:cubicBezTo>
                    <a:pt x="3868" y="2124"/>
                    <a:pt x="4375" y="2631"/>
                    <a:pt x="4375" y="3246"/>
                  </a:cubicBezTo>
                  <a:cubicBezTo>
                    <a:pt x="4375" y="3868"/>
                    <a:pt x="3868" y="4368"/>
                    <a:pt x="3252" y="4368"/>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6">
              <a:extLst>
                <a:ext uri="{FF2B5EF4-FFF2-40B4-BE49-F238E27FC236}">
                  <a16:creationId xmlns:a16="http://schemas.microsoft.com/office/drawing/2014/main" id="{9F437BE9-5C30-41CF-24A6-00077E072AC8}"/>
                </a:ext>
              </a:extLst>
            </p:cNvPr>
            <p:cNvSpPr/>
            <p:nvPr/>
          </p:nvSpPr>
          <p:spPr>
            <a:xfrm>
              <a:off x="6379556" y="1780922"/>
              <a:ext cx="412338" cy="411893"/>
            </a:xfrm>
            <a:custGeom>
              <a:avLst/>
              <a:gdLst/>
              <a:ahLst/>
              <a:cxnLst/>
              <a:rect l="l" t="t" r="r" b="b"/>
              <a:pathLst>
                <a:path w="6493" h="6486" fill="none" extrusionOk="0">
                  <a:moveTo>
                    <a:pt x="6486" y="3027"/>
                  </a:moveTo>
                  <a:cubicBezTo>
                    <a:pt x="6475" y="2929"/>
                    <a:pt x="6417" y="2837"/>
                    <a:pt x="6325" y="2803"/>
                  </a:cubicBezTo>
                  <a:lnTo>
                    <a:pt x="6084" y="2693"/>
                  </a:lnTo>
                  <a:cubicBezTo>
                    <a:pt x="6009" y="2665"/>
                    <a:pt x="5951" y="2601"/>
                    <a:pt x="5928" y="2521"/>
                  </a:cubicBezTo>
                  <a:lnTo>
                    <a:pt x="5928" y="2521"/>
                  </a:lnTo>
                  <a:cubicBezTo>
                    <a:pt x="5911" y="2446"/>
                    <a:pt x="5922" y="2365"/>
                    <a:pt x="5974" y="2302"/>
                  </a:cubicBezTo>
                  <a:lnTo>
                    <a:pt x="6130" y="2083"/>
                  </a:lnTo>
                  <a:cubicBezTo>
                    <a:pt x="6187" y="2009"/>
                    <a:pt x="6204" y="1899"/>
                    <a:pt x="6153" y="1813"/>
                  </a:cubicBezTo>
                  <a:cubicBezTo>
                    <a:pt x="6089" y="1681"/>
                    <a:pt x="6014" y="1560"/>
                    <a:pt x="5945" y="1445"/>
                  </a:cubicBezTo>
                  <a:cubicBezTo>
                    <a:pt x="5888" y="1364"/>
                    <a:pt x="5796" y="1312"/>
                    <a:pt x="5692" y="1330"/>
                  </a:cubicBezTo>
                  <a:lnTo>
                    <a:pt x="5427" y="1358"/>
                  </a:lnTo>
                  <a:cubicBezTo>
                    <a:pt x="5347" y="1364"/>
                    <a:pt x="5266" y="1335"/>
                    <a:pt x="5209" y="1278"/>
                  </a:cubicBezTo>
                  <a:lnTo>
                    <a:pt x="5209" y="1278"/>
                  </a:lnTo>
                  <a:cubicBezTo>
                    <a:pt x="5151" y="1220"/>
                    <a:pt x="5122" y="1145"/>
                    <a:pt x="5134" y="1065"/>
                  </a:cubicBezTo>
                  <a:lnTo>
                    <a:pt x="5163" y="800"/>
                  </a:lnTo>
                  <a:cubicBezTo>
                    <a:pt x="5174" y="696"/>
                    <a:pt x="5122" y="604"/>
                    <a:pt x="5048" y="547"/>
                  </a:cubicBezTo>
                  <a:cubicBezTo>
                    <a:pt x="4927" y="466"/>
                    <a:pt x="4806" y="397"/>
                    <a:pt x="4679" y="340"/>
                  </a:cubicBezTo>
                  <a:cubicBezTo>
                    <a:pt x="4593" y="294"/>
                    <a:pt x="4484" y="299"/>
                    <a:pt x="4403" y="357"/>
                  </a:cubicBezTo>
                  <a:lnTo>
                    <a:pt x="4190" y="518"/>
                  </a:lnTo>
                  <a:cubicBezTo>
                    <a:pt x="4127" y="570"/>
                    <a:pt x="4046" y="581"/>
                    <a:pt x="3966" y="558"/>
                  </a:cubicBezTo>
                  <a:lnTo>
                    <a:pt x="3966" y="558"/>
                  </a:lnTo>
                  <a:cubicBezTo>
                    <a:pt x="3885" y="535"/>
                    <a:pt x="3822" y="489"/>
                    <a:pt x="3793" y="409"/>
                  </a:cubicBezTo>
                  <a:lnTo>
                    <a:pt x="3684" y="167"/>
                  </a:lnTo>
                  <a:cubicBezTo>
                    <a:pt x="3649" y="81"/>
                    <a:pt x="3563" y="12"/>
                    <a:pt x="3459" y="6"/>
                  </a:cubicBezTo>
                  <a:cubicBezTo>
                    <a:pt x="3390" y="0"/>
                    <a:pt x="3315" y="0"/>
                    <a:pt x="3246" y="0"/>
                  </a:cubicBezTo>
                  <a:cubicBezTo>
                    <a:pt x="3172" y="0"/>
                    <a:pt x="3103" y="0"/>
                    <a:pt x="3028" y="6"/>
                  </a:cubicBezTo>
                  <a:cubicBezTo>
                    <a:pt x="2930" y="12"/>
                    <a:pt x="2849" y="69"/>
                    <a:pt x="2809" y="167"/>
                  </a:cubicBezTo>
                  <a:lnTo>
                    <a:pt x="2700" y="409"/>
                  </a:lnTo>
                  <a:cubicBezTo>
                    <a:pt x="2671" y="484"/>
                    <a:pt x="2608" y="541"/>
                    <a:pt x="2527" y="558"/>
                  </a:cubicBezTo>
                  <a:lnTo>
                    <a:pt x="2527" y="558"/>
                  </a:lnTo>
                  <a:cubicBezTo>
                    <a:pt x="2446" y="581"/>
                    <a:pt x="2366" y="570"/>
                    <a:pt x="2303" y="518"/>
                  </a:cubicBezTo>
                  <a:lnTo>
                    <a:pt x="2090" y="357"/>
                  </a:lnTo>
                  <a:cubicBezTo>
                    <a:pt x="2009" y="299"/>
                    <a:pt x="1900" y="288"/>
                    <a:pt x="1813" y="340"/>
                  </a:cubicBezTo>
                  <a:cubicBezTo>
                    <a:pt x="1687" y="403"/>
                    <a:pt x="1560" y="472"/>
                    <a:pt x="1445" y="547"/>
                  </a:cubicBezTo>
                  <a:cubicBezTo>
                    <a:pt x="1370" y="604"/>
                    <a:pt x="1319" y="696"/>
                    <a:pt x="1330" y="800"/>
                  </a:cubicBezTo>
                  <a:lnTo>
                    <a:pt x="1359" y="1065"/>
                  </a:lnTo>
                  <a:cubicBezTo>
                    <a:pt x="1370" y="1145"/>
                    <a:pt x="1342" y="1220"/>
                    <a:pt x="1284" y="1278"/>
                  </a:cubicBezTo>
                  <a:lnTo>
                    <a:pt x="1284" y="1278"/>
                  </a:lnTo>
                  <a:cubicBezTo>
                    <a:pt x="1226" y="1335"/>
                    <a:pt x="1146" y="1364"/>
                    <a:pt x="1065" y="1358"/>
                  </a:cubicBezTo>
                  <a:lnTo>
                    <a:pt x="801" y="1330"/>
                  </a:lnTo>
                  <a:cubicBezTo>
                    <a:pt x="697" y="1318"/>
                    <a:pt x="605" y="1364"/>
                    <a:pt x="547" y="1445"/>
                  </a:cubicBezTo>
                  <a:cubicBezTo>
                    <a:pt x="467" y="1560"/>
                    <a:pt x="398" y="1681"/>
                    <a:pt x="340" y="1813"/>
                  </a:cubicBezTo>
                  <a:cubicBezTo>
                    <a:pt x="294" y="1899"/>
                    <a:pt x="306" y="2003"/>
                    <a:pt x="363" y="2083"/>
                  </a:cubicBezTo>
                  <a:lnTo>
                    <a:pt x="519" y="2302"/>
                  </a:lnTo>
                  <a:cubicBezTo>
                    <a:pt x="570" y="2365"/>
                    <a:pt x="582" y="2446"/>
                    <a:pt x="565" y="2521"/>
                  </a:cubicBezTo>
                  <a:lnTo>
                    <a:pt x="565" y="2521"/>
                  </a:lnTo>
                  <a:cubicBezTo>
                    <a:pt x="542" y="2601"/>
                    <a:pt x="490" y="2665"/>
                    <a:pt x="409" y="2693"/>
                  </a:cubicBezTo>
                  <a:lnTo>
                    <a:pt x="168" y="2803"/>
                  </a:lnTo>
                  <a:cubicBezTo>
                    <a:pt x="81" y="2837"/>
                    <a:pt x="18" y="2924"/>
                    <a:pt x="6" y="3027"/>
                  </a:cubicBezTo>
                  <a:cubicBezTo>
                    <a:pt x="1" y="3102"/>
                    <a:pt x="1" y="3171"/>
                    <a:pt x="1" y="3246"/>
                  </a:cubicBezTo>
                  <a:cubicBezTo>
                    <a:pt x="1" y="3315"/>
                    <a:pt x="1" y="3390"/>
                    <a:pt x="6" y="3459"/>
                  </a:cubicBezTo>
                  <a:cubicBezTo>
                    <a:pt x="18" y="3557"/>
                    <a:pt x="75" y="3637"/>
                    <a:pt x="168" y="3683"/>
                  </a:cubicBezTo>
                  <a:lnTo>
                    <a:pt x="409" y="3793"/>
                  </a:lnTo>
                  <a:cubicBezTo>
                    <a:pt x="484" y="3821"/>
                    <a:pt x="542" y="3885"/>
                    <a:pt x="565" y="3965"/>
                  </a:cubicBezTo>
                  <a:lnTo>
                    <a:pt x="565" y="3965"/>
                  </a:lnTo>
                  <a:cubicBezTo>
                    <a:pt x="582" y="4040"/>
                    <a:pt x="570" y="4121"/>
                    <a:pt x="519" y="4184"/>
                  </a:cubicBezTo>
                  <a:lnTo>
                    <a:pt x="363" y="4403"/>
                  </a:lnTo>
                  <a:cubicBezTo>
                    <a:pt x="306" y="4483"/>
                    <a:pt x="288" y="4587"/>
                    <a:pt x="340" y="4673"/>
                  </a:cubicBezTo>
                  <a:cubicBezTo>
                    <a:pt x="404" y="4805"/>
                    <a:pt x="478" y="4926"/>
                    <a:pt x="547" y="5041"/>
                  </a:cubicBezTo>
                  <a:cubicBezTo>
                    <a:pt x="605" y="5122"/>
                    <a:pt x="697" y="5174"/>
                    <a:pt x="801" y="5156"/>
                  </a:cubicBezTo>
                  <a:lnTo>
                    <a:pt x="1065" y="5128"/>
                  </a:lnTo>
                  <a:cubicBezTo>
                    <a:pt x="1146" y="5122"/>
                    <a:pt x="1226" y="5151"/>
                    <a:pt x="1284" y="5208"/>
                  </a:cubicBezTo>
                  <a:lnTo>
                    <a:pt x="1284" y="5208"/>
                  </a:lnTo>
                  <a:cubicBezTo>
                    <a:pt x="1342" y="5266"/>
                    <a:pt x="1370" y="5346"/>
                    <a:pt x="1359" y="5421"/>
                  </a:cubicBezTo>
                  <a:lnTo>
                    <a:pt x="1330" y="5692"/>
                  </a:lnTo>
                  <a:cubicBezTo>
                    <a:pt x="1319" y="5789"/>
                    <a:pt x="1370" y="5882"/>
                    <a:pt x="1445" y="5939"/>
                  </a:cubicBezTo>
                  <a:cubicBezTo>
                    <a:pt x="1560" y="6020"/>
                    <a:pt x="1687" y="6094"/>
                    <a:pt x="1813" y="6152"/>
                  </a:cubicBezTo>
                  <a:cubicBezTo>
                    <a:pt x="1900" y="6192"/>
                    <a:pt x="2009" y="6187"/>
                    <a:pt x="2090" y="6129"/>
                  </a:cubicBezTo>
                  <a:lnTo>
                    <a:pt x="2303" y="5968"/>
                  </a:lnTo>
                  <a:cubicBezTo>
                    <a:pt x="2366" y="5922"/>
                    <a:pt x="2446" y="5905"/>
                    <a:pt x="2527" y="5928"/>
                  </a:cubicBezTo>
                  <a:lnTo>
                    <a:pt x="2527" y="5928"/>
                  </a:lnTo>
                  <a:cubicBezTo>
                    <a:pt x="2608" y="5951"/>
                    <a:pt x="2671" y="5997"/>
                    <a:pt x="2700" y="6077"/>
                  </a:cubicBezTo>
                  <a:lnTo>
                    <a:pt x="2809" y="6325"/>
                  </a:lnTo>
                  <a:cubicBezTo>
                    <a:pt x="2844" y="6411"/>
                    <a:pt x="2930" y="6474"/>
                    <a:pt x="3028" y="6480"/>
                  </a:cubicBezTo>
                  <a:cubicBezTo>
                    <a:pt x="3103" y="6486"/>
                    <a:pt x="3172" y="6486"/>
                    <a:pt x="3246" y="6486"/>
                  </a:cubicBezTo>
                  <a:cubicBezTo>
                    <a:pt x="3315" y="6486"/>
                    <a:pt x="3390" y="6486"/>
                    <a:pt x="3459" y="6480"/>
                  </a:cubicBezTo>
                  <a:cubicBezTo>
                    <a:pt x="3563" y="6474"/>
                    <a:pt x="3643" y="6417"/>
                    <a:pt x="3684" y="6325"/>
                  </a:cubicBezTo>
                  <a:lnTo>
                    <a:pt x="3793" y="6077"/>
                  </a:lnTo>
                  <a:cubicBezTo>
                    <a:pt x="3822" y="6008"/>
                    <a:pt x="3885" y="5951"/>
                    <a:pt x="3966" y="5928"/>
                  </a:cubicBezTo>
                  <a:lnTo>
                    <a:pt x="3966" y="5928"/>
                  </a:lnTo>
                  <a:cubicBezTo>
                    <a:pt x="4046" y="5905"/>
                    <a:pt x="4121" y="5922"/>
                    <a:pt x="4190" y="5968"/>
                  </a:cubicBezTo>
                  <a:lnTo>
                    <a:pt x="4403" y="6129"/>
                  </a:lnTo>
                  <a:cubicBezTo>
                    <a:pt x="4484" y="6187"/>
                    <a:pt x="4593" y="6198"/>
                    <a:pt x="4679" y="6152"/>
                  </a:cubicBezTo>
                  <a:cubicBezTo>
                    <a:pt x="4806" y="6083"/>
                    <a:pt x="4927" y="6014"/>
                    <a:pt x="5048" y="5939"/>
                  </a:cubicBezTo>
                  <a:cubicBezTo>
                    <a:pt x="5122" y="5882"/>
                    <a:pt x="5174" y="5789"/>
                    <a:pt x="5163" y="5692"/>
                  </a:cubicBezTo>
                  <a:lnTo>
                    <a:pt x="5134" y="5421"/>
                  </a:lnTo>
                  <a:cubicBezTo>
                    <a:pt x="5122" y="5346"/>
                    <a:pt x="5151" y="5266"/>
                    <a:pt x="5209" y="5208"/>
                  </a:cubicBezTo>
                  <a:lnTo>
                    <a:pt x="5209" y="5208"/>
                  </a:lnTo>
                  <a:cubicBezTo>
                    <a:pt x="5266" y="5151"/>
                    <a:pt x="5347" y="5122"/>
                    <a:pt x="5427" y="5128"/>
                  </a:cubicBezTo>
                  <a:lnTo>
                    <a:pt x="5692" y="5156"/>
                  </a:lnTo>
                  <a:cubicBezTo>
                    <a:pt x="5796" y="5174"/>
                    <a:pt x="5888" y="5122"/>
                    <a:pt x="5945" y="5041"/>
                  </a:cubicBezTo>
                  <a:cubicBezTo>
                    <a:pt x="6026" y="4926"/>
                    <a:pt x="6095" y="4805"/>
                    <a:pt x="6153" y="4673"/>
                  </a:cubicBezTo>
                  <a:cubicBezTo>
                    <a:pt x="6199" y="4587"/>
                    <a:pt x="6187" y="4483"/>
                    <a:pt x="6130" y="4403"/>
                  </a:cubicBezTo>
                  <a:lnTo>
                    <a:pt x="5974" y="4184"/>
                  </a:lnTo>
                  <a:cubicBezTo>
                    <a:pt x="5922" y="4121"/>
                    <a:pt x="5911" y="4040"/>
                    <a:pt x="5928" y="3965"/>
                  </a:cubicBezTo>
                  <a:lnTo>
                    <a:pt x="5928" y="3965"/>
                  </a:lnTo>
                  <a:cubicBezTo>
                    <a:pt x="5951" y="3885"/>
                    <a:pt x="6003" y="3821"/>
                    <a:pt x="6084" y="3793"/>
                  </a:cubicBezTo>
                  <a:lnTo>
                    <a:pt x="6325" y="3683"/>
                  </a:lnTo>
                  <a:cubicBezTo>
                    <a:pt x="6412" y="3649"/>
                    <a:pt x="6475" y="3562"/>
                    <a:pt x="6486" y="3459"/>
                  </a:cubicBezTo>
                  <a:cubicBezTo>
                    <a:pt x="6492" y="3390"/>
                    <a:pt x="6492" y="3315"/>
                    <a:pt x="6492" y="3246"/>
                  </a:cubicBezTo>
                  <a:cubicBezTo>
                    <a:pt x="6492" y="3171"/>
                    <a:pt x="6486" y="3102"/>
                    <a:pt x="6486" y="3027"/>
                  </a:cubicBezTo>
                  <a:close/>
                  <a:moveTo>
                    <a:pt x="3246" y="4368"/>
                  </a:moveTo>
                  <a:cubicBezTo>
                    <a:pt x="2625" y="4368"/>
                    <a:pt x="2124" y="3862"/>
                    <a:pt x="2124" y="3246"/>
                  </a:cubicBezTo>
                  <a:cubicBezTo>
                    <a:pt x="2124" y="2624"/>
                    <a:pt x="2625" y="2124"/>
                    <a:pt x="3246" y="2124"/>
                  </a:cubicBezTo>
                  <a:cubicBezTo>
                    <a:pt x="3868" y="2124"/>
                    <a:pt x="4369" y="2624"/>
                    <a:pt x="4369" y="3246"/>
                  </a:cubicBezTo>
                  <a:cubicBezTo>
                    <a:pt x="4369" y="3862"/>
                    <a:pt x="3868" y="4368"/>
                    <a:pt x="3246" y="4368"/>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4" name="Google Shape;494;p36">
              <a:extLst>
                <a:ext uri="{FF2B5EF4-FFF2-40B4-BE49-F238E27FC236}">
                  <a16:creationId xmlns:a16="http://schemas.microsoft.com/office/drawing/2014/main" id="{124D98B2-67CF-87A5-831C-784AB8240B69}"/>
                </a:ext>
              </a:extLst>
            </p:cNvPr>
            <p:cNvGrpSpPr/>
            <p:nvPr/>
          </p:nvGrpSpPr>
          <p:grpSpPr>
            <a:xfrm>
              <a:off x="7261919" y="2979030"/>
              <a:ext cx="842315" cy="841757"/>
              <a:chOff x="7273478" y="2705981"/>
              <a:chExt cx="1055136" cy="1054437"/>
            </a:xfrm>
          </p:grpSpPr>
          <p:sp>
            <p:nvSpPr>
              <p:cNvPr id="495" name="Google Shape;495;p36">
                <a:extLst>
                  <a:ext uri="{FF2B5EF4-FFF2-40B4-BE49-F238E27FC236}">
                    <a16:creationId xmlns:a16="http://schemas.microsoft.com/office/drawing/2014/main" id="{22DC9528-909A-A4EE-68D6-DCEE57F5DE83}"/>
                  </a:ext>
                </a:extLst>
              </p:cNvPr>
              <p:cNvSpPr/>
              <p:nvPr/>
            </p:nvSpPr>
            <p:spPr>
              <a:xfrm>
                <a:off x="7363723" y="2795527"/>
                <a:ext cx="874273" cy="874273"/>
              </a:xfrm>
              <a:custGeom>
                <a:avLst/>
                <a:gdLst/>
                <a:ahLst/>
                <a:cxnLst/>
                <a:rect l="l" t="t" r="r" b="b"/>
                <a:pathLst>
                  <a:path w="13767" h="13767" extrusionOk="0">
                    <a:moveTo>
                      <a:pt x="13766" y="6884"/>
                    </a:moveTo>
                    <a:cubicBezTo>
                      <a:pt x="13766" y="10687"/>
                      <a:pt x="10682" y="13766"/>
                      <a:pt x="6883" y="13766"/>
                    </a:cubicBezTo>
                    <a:cubicBezTo>
                      <a:pt x="3080" y="13766"/>
                      <a:pt x="1" y="10687"/>
                      <a:pt x="1" y="6884"/>
                    </a:cubicBezTo>
                    <a:cubicBezTo>
                      <a:pt x="1" y="3080"/>
                      <a:pt x="3080" y="1"/>
                      <a:pt x="6883" y="1"/>
                    </a:cubicBezTo>
                    <a:cubicBezTo>
                      <a:pt x="10682" y="1"/>
                      <a:pt x="13766" y="3080"/>
                      <a:pt x="13766" y="688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6">
                <a:extLst>
                  <a:ext uri="{FF2B5EF4-FFF2-40B4-BE49-F238E27FC236}">
                    <a16:creationId xmlns:a16="http://schemas.microsoft.com/office/drawing/2014/main" id="{91DDA829-1EB6-50D0-9876-AF7F84FB8D85}"/>
                  </a:ext>
                </a:extLst>
              </p:cNvPr>
              <p:cNvSpPr/>
              <p:nvPr/>
            </p:nvSpPr>
            <p:spPr>
              <a:xfrm>
                <a:off x="7273478" y="2705981"/>
                <a:ext cx="1055136" cy="1054437"/>
              </a:xfrm>
              <a:custGeom>
                <a:avLst/>
                <a:gdLst/>
                <a:ahLst/>
                <a:cxnLst/>
                <a:rect l="l" t="t" r="r" b="b"/>
                <a:pathLst>
                  <a:path w="16615" h="16604" extrusionOk="0">
                    <a:moveTo>
                      <a:pt x="8304" y="16604"/>
                    </a:moveTo>
                    <a:cubicBezTo>
                      <a:pt x="3724" y="16604"/>
                      <a:pt x="0" y="12874"/>
                      <a:pt x="0" y="8299"/>
                    </a:cubicBezTo>
                    <a:cubicBezTo>
                      <a:pt x="0" y="3718"/>
                      <a:pt x="3729" y="1"/>
                      <a:pt x="8304" y="1"/>
                    </a:cubicBezTo>
                    <a:cubicBezTo>
                      <a:pt x="12880" y="1"/>
                      <a:pt x="16603" y="3724"/>
                      <a:pt x="16603" y="8299"/>
                    </a:cubicBezTo>
                    <a:cubicBezTo>
                      <a:pt x="16614" y="12874"/>
                      <a:pt x="12885" y="16604"/>
                      <a:pt x="8304" y="16604"/>
                    </a:cubicBezTo>
                    <a:close/>
                    <a:moveTo>
                      <a:pt x="8304" y="99"/>
                    </a:moveTo>
                    <a:cubicBezTo>
                      <a:pt x="3787" y="99"/>
                      <a:pt x="110" y="3776"/>
                      <a:pt x="110" y="8294"/>
                    </a:cubicBezTo>
                    <a:cubicBezTo>
                      <a:pt x="110" y="12811"/>
                      <a:pt x="3787" y="16488"/>
                      <a:pt x="8304" y="16488"/>
                    </a:cubicBezTo>
                    <a:cubicBezTo>
                      <a:pt x="12822" y="16488"/>
                      <a:pt x="16499" y="12811"/>
                      <a:pt x="16499" y="8294"/>
                    </a:cubicBezTo>
                    <a:cubicBezTo>
                      <a:pt x="16499" y="3776"/>
                      <a:pt x="12822" y="99"/>
                      <a:pt x="8304" y="99"/>
                    </a:cubicBezTo>
                    <a:close/>
                  </a:path>
                </a:pathLst>
              </a:custGeom>
              <a:solidFill>
                <a:srgbClr val="134F5C">
                  <a:alpha val="5660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6">
                <a:extLst>
                  <a:ext uri="{FF2B5EF4-FFF2-40B4-BE49-F238E27FC236}">
                    <a16:creationId xmlns:a16="http://schemas.microsoft.com/office/drawing/2014/main" id="{8B19733E-9EBB-1636-9D83-7AD90D691764}"/>
                  </a:ext>
                </a:extLst>
              </p:cNvPr>
              <p:cNvSpPr/>
              <p:nvPr/>
            </p:nvSpPr>
            <p:spPr>
              <a:xfrm>
                <a:off x="7594909" y="3046603"/>
                <a:ext cx="412274" cy="411957"/>
              </a:xfrm>
              <a:custGeom>
                <a:avLst/>
                <a:gdLst/>
                <a:ahLst/>
                <a:cxnLst/>
                <a:rect l="l" t="t" r="r" b="b"/>
                <a:pathLst>
                  <a:path w="6492" h="6487" fill="none" extrusionOk="0">
                    <a:moveTo>
                      <a:pt x="6486" y="3028"/>
                    </a:moveTo>
                    <a:cubicBezTo>
                      <a:pt x="6475" y="2930"/>
                      <a:pt x="6417" y="2844"/>
                      <a:pt x="6325" y="2804"/>
                    </a:cubicBezTo>
                    <a:lnTo>
                      <a:pt x="6083" y="2700"/>
                    </a:lnTo>
                    <a:cubicBezTo>
                      <a:pt x="6009" y="2671"/>
                      <a:pt x="5951" y="2602"/>
                      <a:pt x="5928" y="2527"/>
                    </a:cubicBezTo>
                    <a:lnTo>
                      <a:pt x="5928" y="2527"/>
                    </a:lnTo>
                    <a:cubicBezTo>
                      <a:pt x="5911" y="2447"/>
                      <a:pt x="5922" y="2366"/>
                      <a:pt x="5974" y="2303"/>
                    </a:cubicBezTo>
                    <a:lnTo>
                      <a:pt x="6129" y="2084"/>
                    </a:lnTo>
                    <a:cubicBezTo>
                      <a:pt x="6187" y="2004"/>
                      <a:pt x="6204" y="1900"/>
                      <a:pt x="6152" y="1814"/>
                    </a:cubicBezTo>
                    <a:cubicBezTo>
                      <a:pt x="6089" y="1681"/>
                      <a:pt x="6014" y="1561"/>
                      <a:pt x="5945" y="1445"/>
                    </a:cubicBezTo>
                    <a:cubicBezTo>
                      <a:pt x="5888" y="1365"/>
                      <a:pt x="5796" y="1313"/>
                      <a:pt x="5692" y="1330"/>
                    </a:cubicBezTo>
                    <a:lnTo>
                      <a:pt x="5427" y="1359"/>
                    </a:lnTo>
                    <a:cubicBezTo>
                      <a:pt x="5347" y="1365"/>
                      <a:pt x="5266" y="1336"/>
                      <a:pt x="5209" y="1279"/>
                    </a:cubicBezTo>
                    <a:lnTo>
                      <a:pt x="5209" y="1279"/>
                    </a:lnTo>
                    <a:cubicBezTo>
                      <a:pt x="5151" y="1221"/>
                      <a:pt x="5122" y="1140"/>
                      <a:pt x="5128" y="1066"/>
                    </a:cubicBezTo>
                    <a:lnTo>
                      <a:pt x="5157" y="795"/>
                    </a:lnTo>
                    <a:cubicBezTo>
                      <a:pt x="5174" y="697"/>
                      <a:pt x="5122" y="605"/>
                      <a:pt x="5042" y="548"/>
                    </a:cubicBezTo>
                    <a:cubicBezTo>
                      <a:pt x="4927" y="467"/>
                      <a:pt x="4806" y="392"/>
                      <a:pt x="4679" y="335"/>
                    </a:cubicBezTo>
                    <a:cubicBezTo>
                      <a:pt x="4593" y="294"/>
                      <a:pt x="4483" y="300"/>
                      <a:pt x="4403" y="358"/>
                    </a:cubicBezTo>
                    <a:lnTo>
                      <a:pt x="4190" y="519"/>
                    </a:lnTo>
                    <a:cubicBezTo>
                      <a:pt x="4121" y="565"/>
                      <a:pt x="4046" y="582"/>
                      <a:pt x="3966" y="559"/>
                    </a:cubicBezTo>
                    <a:lnTo>
                      <a:pt x="3966" y="559"/>
                    </a:lnTo>
                    <a:cubicBezTo>
                      <a:pt x="3885" y="536"/>
                      <a:pt x="3822" y="490"/>
                      <a:pt x="3793" y="410"/>
                    </a:cubicBezTo>
                    <a:lnTo>
                      <a:pt x="3684" y="162"/>
                    </a:lnTo>
                    <a:cubicBezTo>
                      <a:pt x="3649" y="76"/>
                      <a:pt x="3563" y="13"/>
                      <a:pt x="3459" y="7"/>
                    </a:cubicBezTo>
                    <a:cubicBezTo>
                      <a:pt x="3390" y="1"/>
                      <a:pt x="3315" y="1"/>
                      <a:pt x="3246" y="1"/>
                    </a:cubicBezTo>
                    <a:cubicBezTo>
                      <a:pt x="3171" y="1"/>
                      <a:pt x="3102" y="1"/>
                      <a:pt x="3028" y="7"/>
                    </a:cubicBezTo>
                    <a:cubicBezTo>
                      <a:pt x="2930" y="13"/>
                      <a:pt x="2849" y="70"/>
                      <a:pt x="2809" y="162"/>
                    </a:cubicBezTo>
                    <a:lnTo>
                      <a:pt x="2699" y="410"/>
                    </a:lnTo>
                    <a:cubicBezTo>
                      <a:pt x="2665" y="479"/>
                      <a:pt x="2607" y="536"/>
                      <a:pt x="2527" y="559"/>
                    </a:cubicBezTo>
                    <a:lnTo>
                      <a:pt x="2527" y="559"/>
                    </a:lnTo>
                    <a:cubicBezTo>
                      <a:pt x="2446" y="582"/>
                      <a:pt x="2366" y="565"/>
                      <a:pt x="2302" y="519"/>
                    </a:cubicBezTo>
                    <a:lnTo>
                      <a:pt x="2089" y="358"/>
                    </a:lnTo>
                    <a:cubicBezTo>
                      <a:pt x="2009" y="300"/>
                      <a:pt x="1900" y="289"/>
                      <a:pt x="1813" y="335"/>
                    </a:cubicBezTo>
                    <a:cubicBezTo>
                      <a:pt x="1687" y="404"/>
                      <a:pt x="1560" y="473"/>
                      <a:pt x="1445" y="548"/>
                    </a:cubicBezTo>
                    <a:cubicBezTo>
                      <a:pt x="1370" y="605"/>
                      <a:pt x="1318" y="697"/>
                      <a:pt x="1330" y="795"/>
                    </a:cubicBezTo>
                    <a:lnTo>
                      <a:pt x="1359" y="1066"/>
                    </a:lnTo>
                    <a:cubicBezTo>
                      <a:pt x="1370" y="1140"/>
                      <a:pt x="1341" y="1221"/>
                      <a:pt x="1284" y="1279"/>
                    </a:cubicBezTo>
                    <a:lnTo>
                      <a:pt x="1284" y="1279"/>
                    </a:lnTo>
                    <a:cubicBezTo>
                      <a:pt x="1226" y="1336"/>
                      <a:pt x="1146" y="1365"/>
                      <a:pt x="1065" y="1359"/>
                    </a:cubicBezTo>
                    <a:lnTo>
                      <a:pt x="800" y="1330"/>
                    </a:lnTo>
                    <a:cubicBezTo>
                      <a:pt x="697" y="1313"/>
                      <a:pt x="605" y="1365"/>
                      <a:pt x="547" y="1445"/>
                    </a:cubicBezTo>
                    <a:cubicBezTo>
                      <a:pt x="467" y="1561"/>
                      <a:pt x="398" y="1681"/>
                      <a:pt x="340" y="1814"/>
                    </a:cubicBezTo>
                    <a:cubicBezTo>
                      <a:pt x="294" y="1900"/>
                      <a:pt x="305" y="2004"/>
                      <a:pt x="363" y="2084"/>
                    </a:cubicBezTo>
                    <a:lnTo>
                      <a:pt x="518" y="2303"/>
                    </a:lnTo>
                    <a:cubicBezTo>
                      <a:pt x="570" y="2366"/>
                      <a:pt x="582" y="2447"/>
                      <a:pt x="564" y="2527"/>
                    </a:cubicBezTo>
                    <a:lnTo>
                      <a:pt x="564" y="2527"/>
                    </a:lnTo>
                    <a:cubicBezTo>
                      <a:pt x="541" y="2602"/>
                      <a:pt x="490" y="2671"/>
                      <a:pt x="409" y="2700"/>
                    </a:cubicBezTo>
                    <a:lnTo>
                      <a:pt x="167" y="2804"/>
                    </a:lnTo>
                    <a:cubicBezTo>
                      <a:pt x="81" y="2844"/>
                      <a:pt x="18" y="2924"/>
                      <a:pt x="6" y="3028"/>
                    </a:cubicBezTo>
                    <a:cubicBezTo>
                      <a:pt x="0" y="3103"/>
                      <a:pt x="0" y="3172"/>
                      <a:pt x="0" y="3247"/>
                    </a:cubicBezTo>
                    <a:cubicBezTo>
                      <a:pt x="0" y="3316"/>
                      <a:pt x="0" y="3391"/>
                      <a:pt x="6" y="3460"/>
                    </a:cubicBezTo>
                    <a:cubicBezTo>
                      <a:pt x="18" y="3563"/>
                      <a:pt x="75" y="3650"/>
                      <a:pt x="167" y="3684"/>
                    </a:cubicBezTo>
                    <a:lnTo>
                      <a:pt x="409" y="3793"/>
                    </a:lnTo>
                    <a:cubicBezTo>
                      <a:pt x="484" y="3828"/>
                      <a:pt x="541" y="3886"/>
                      <a:pt x="564" y="3966"/>
                    </a:cubicBezTo>
                    <a:lnTo>
                      <a:pt x="564" y="3966"/>
                    </a:lnTo>
                    <a:cubicBezTo>
                      <a:pt x="582" y="4041"/>
                      <a:pt x="570" y="4121"/>
                      <a:pt x="518" y="4185"/>
                    </a:cubicBezTo>
                    <a:lnTo>
                      <a:pt x="363" y="4403"/>
                    </a:lnTo>
                    <a:cubicBezTo>
                      <a:pt x="305" y="4484"/>
                      <a:pt x="288" y="4588"/>
                      <a:pt x="340" y="4674"/>
                    </a:cubicBezTo>
                    <a:cubicBezTo>
                      <a:pt x="403" y="4806"/>
                      <a:pt x="478" y="4927"/>
                      <a:pt x="547" y="5042"/>
                    </a:cubicBezTo>
                    <a:cubicBezTo>
                      <a:pt x="605" y="5123"/>
                      <a:pt x="697" y="5175"/>
                      <a:pt x="800" y="5157"/>
                    </a:cubicBezTo>
                    <a:lnTo>
                      <a:pt x="1065" y="5129"/>
                    </a:lnTo>
                    <a:cubicBezTo>
                      <a:pt x="1146" y="5123"/>
                      <a:pt x="1226" y="5152"/>
                      <a:pt x="1284" y="5209"/>
                    </a:cubicBezTo>
                    <a:lnTo>
                      <a:pt x="1284" y="5209"/>
                    </a:lnTo>
                    <a:cubicBezTo>
                      <a:pt x="1341" y="5267"/>
                      <a:pt x="1370" y="5347"/>
                      <a:pt x="1359" y="5422"/>
                    </a:cubicBezTo>
                    <a:lnTo>
                      <a:pt x="1330" y="5693"/>
                    </a:lnTo>
                    <a:cubicBezTo>
                      <a:pt x="1318" y="5790"/>
                      <a:pt x="1370" y="5882"/>
                      <a:pt x="1445" y="5940"/>
                    </a:cubicBezTo>
                    <a:cubicBezTo>
                      <a:pt x="1560" y="6021"/>
                      <a:pt x="1687" y="6095"/>
                      <a:pt x="1813" y="6153"/>
                    </a:cubicBezTo>
                    <a:cubicBezTo>
                      <a:pt x="1900" y="6193"/>
                      <a:pt x="2009" y="6187"/>
                      <a:pt x="2089" y="6130"/>
                    </a:cubicBezTo>
                    <a:lnTo>
                      <a:pt x="2302" y="5969"/>
                    </a:lnTo>
                    <a:cubicBezTo>
                      <a:pt x="2366" y="5923"/>
                      <a:pt x="2446" y="5905"/>
                      <a:pt x="2527" y="5928"/>
                    </a:cubicBezTo>
                    <a:lnTo>
                      <a:pt x="2527" y="5928"/>
                    </a:lnTo>
                    <a:cubicBezTo>
                      <a:pt x="2607" y="5951"/>
                      <a:pt x="2671" y="5998"/>
                      <a:pt x="2699" y="6078"/>
                    </a:cubicBezTo>
                    <a:lnTo>
                      <a:pt x="2809" y="6326"/>
                    </a:lnTo>
                    <a:cubicBezTo>
                      <a:pt x="2843" y="6412"/>
                      <a:pt x="2930" y="6475"/>
                      <a:pt x="3028" y="6481"/>
                    </a:cubicBezTo>
                    <a:cubicBezTo>
                      <a:pt x="3102" y="6487"/>
                      <a:pt x="3171" y="6487"/>
                      <a:pt x="3246" y="6487"/>
                    </a:cubicBezTo>
                    <a:cubicBezTo>
                      <a:pt x="3315" y="6487"/>
                      <a:pt x="3390" y="6487"/>
                      <a:pt x="3459" y="6481"/>
                    </a:cubicBezTo>
                    <a:cubicBezTo>
                      <a:pt x="3563" y="6475"/>
                      <a:pt x="3649" y="6418"/>
                      <a:pt x="3684" y="6326"/>
                    </a:cubicBezTo>
                    <a:lnTo>
                      <a:pt x="3793" y="6078"/>
                    </a:lnTo>
                    <a:cubicBezTo>
                      <a:pt x="3827" y="6009"/>
                      <a:pt x="3885" y="5951"/>
                      <a:pt x="3966" y="5928"/>
                    </a:cubicBezTo>
                    <a:lnTo>
                      <a:pt x="3966" y="5928"/>
                    </a:lnTo>
                    <a:cubicBezTo>
                      <a:pt x="4046" y="5905"/>
                      <a:pt x="4121" y="5923"/>
                      <a:pt x="4190" y="5969"/>
                    </a:cubicBezTo>
                    <a:lnTo>
                      <a:pt x="4403" y="6130"/>
                    </a:lnTo>
                    <a:cubicBezTo>
                      <a:pt x="4483" y="6187"/>
                      <a:pt x="4593" y="6199"/>
                      <a:pt x="4679" y="6153"/>
                    </a:cubicBezTo>
                    <a:cubicBezTo>
                      <a:pt x="4806" y="6084"/>
                      <a:pt x="4927" y="6015"/>
                      <a:pt x="5042" y="5940"/>
                    </a:cubicBezTo>
                    <a:cubicBezTo>
                      <a:pt x="5122" y="5882"/>
                      <a:pt x="5174" y="5790"/>
                      <a:pt x="5157" y="5693"/>
                    </a:cubicBezTo>
                    <a:lnTo>
                      <a:pt x="5128" y="5422"/>
                    </a:lnTo>
                    <a:cubicBezTo>
                      <a:pt x="5122" y="5347"/>
                      <a:pt x="5151" y="5267"/>
                      <a:pt x="5209" y="5209"/>
                    </a:cubicBezTo>
                    <a:lnTo>
                      <a:pt x="5209" y="5209"/>
                    </a:lnTo>
                    <a:cubicBezTo>
                      <a:pt x="5266" y="5152"/>
                      <a:pt x="5347" y="5123"/>
                      <a:pt x="5427" y="5129"/>
                    </a:cubicBezTo>
                    <a:lnTo>
                      <a:pt x="5692" y="5157"/>
                    </a:lnTo>
                    <a:cubicBezTo>
                      <a:pt x="5796" y="5175"/>
                      <a:pt x="5888" y="5123"/>
                      <a:pt x="5945" y="5042"/>
                    </a:cubicBezTo>
                    <a:cubicBezTo>
                      <a:pt x="6026" y="4927"/>
                      <a:pt x="6095" y="4806"/>
                      <a:pt x="6152" y="4674"/>
                    </a:cubicBezTo>
                    <a:cubicBezTo>
                      <a:pt x="6198" y="4588"/>
                      <a:pt x="6187" y="4484"/>
                      <a:pt x="6129" y="4403"/>
                    </a:cubicBezTo>
                    <a:lnTo>
                      <a:pt x="5974" y="4185"/>
                    </a:lnTo>
                    <a:cubicBezTo>
                      <a:pt x="5922" y="4121"/>
                      <a:pt x="5911" y="4041"/>
                      <a:pt x="5928" y="3966"/>
                    </a:cubicBezTo>
                    <a:lnTo>
                      <a:pt x="5928" y="3966"/>
                    </a:lnTo>
                    <a:cubicBezTo>
                      <a:pt x="5951" y="3886"/>
                      <a:pt x="6003" y="3822"/>
                      <a:pt x="6083" y="3793"/>
                    </a:cubicBezTo>
                    <a:lnTo>
                      <a:pt x="6325" y="3684"/>
                    </a:lnTo>
                    <a:cubicBezTo>
                      <a:pt x="6411" y="3650"/>
                      <a:pt x="6475" y="3563"/>
                      <a:pt x="6486" y="3460"/>
                    </a:cubicBezTo>
                    <a:cubicBezTo>
                      <a:pt x="6492" y="3391"/>
                      <a:pt x="6492" y="3316"/>
                      <a:pt x="6492" y="3247"/>
                    </a:cubicBezTo>
                    <a:cubicBezTo>
                      <a:pt x="6492" y="3172"/>
                      <a:pt x="6486" y="3103"/>
                      <a:pt x="6486" y="3028"/>
                    </a:cubicBezTo>
                    <a:close/>
                    <a:moveTo>
                      <a:pt x="3246" y="4369"/>
                    </a:moveTo>
                    <a:cubicBezTo>
                      <a:pt x="2630" y="4369"/>
                      <a:pt x="2124" y="3862"/>
                      <a:pt x="2124" y="3247"/>
                    </a:cubicBezTo>
                    <a:cubicBezTo>
                      <a:pt x="2124" y="2625"/>
                      <a:pt x="2630" y="2125"/>
                      <a:pt x="3246" y="2125"/>
                    </a:cubicBezTo>
                    <a:cubicBezTo>
                      <a:pt x="3868" y="2125"/>
                      <a:pt x="4368" y="2625"/>
                      <a:pt x="4368" y="3247"/>
                    </a:cubicBezTo>
                    <a:cubicBezTo>
                      <a:pt x="4368" y="3862"/>
                      <a:pt x="3868" y="4369"/>
                      <a:pt x="3246" y="4369"/>
                    </a:cubicBezTo>
                    <a:close/>
                  </a:path>
                </a:pathLst>
              </a:custGeom>
              <a:solidFill>
                <a:schemeClr val="accent4"/>
              </a:solidFill>
              <a:ln w="28575" cap="flat" cmpd="sng">
                <a:solidFill>
                  <a:schemeClr val="accent4"/>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 name="Google Shape;498;p36">
              <a:extLst>
                <a:ext uri="{FF2B5EF4-FFF2-40B4-BE49-F238E27FC236}">
                  <a16:creationId xmlns:a16="http://schemas.microsoft.com/office/drawing/2014/main" id="{ECC686DC-5D9E-8A5E-3150-32BB4571BD84}"/>
                </a:ext>
              </a:extLst>
            </p:cNvPr>
            <p:cNvGrpSpPr/>
            <p:nvPr/>
          </p:nvGrpSpPr>
          <p:grpSpPr>
            <a:xfrm>
              <a:off x="7287500" y="1402030"/>
              <a:ext cx="791159" cy="608287"/>
              <a:chOff x="7349773" y="264075"/>
              <a:chExt cx="961077" cy="738930"/>
            </a:xfrm>
          </p:grpSpPr>
          <p:sp>
            <p:nvSpPr>
              <p:cNvPr id="499" name="Google Shape;499;p36">
                <a:extLst>
                  <a:ext uri="{FF2B5EF4-FFF2-40B4-BE49-F238E27FC236}">
                    <a16:creationId xmlns:a16="http://schemas.microsoft.com/office/drawing/2014/main" id="{BA6D6D2E-D01B-3AD1-1E0D-DD1E64C2B649}"/>
                  </a:ext>
                </a:extLst>
              </p:cNvPr>
              <p:cNvSpPr/>
              <p:nvPr/>
            </p:nvSpPr>
            <p:spPr>
              <a:xfrm>
                <a:off x="7349773" y="516552"/>
                <a:ext cx="280396" cy="280396"/>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6">
                <a:extLst>
                  <a:ext uri="{FF2B5EF4-FFF2-40B4-BE49-F238E27FC236}">
                    <a16:creationId xmlns:a16="http://schemas.microsoft.com/office/drawing/2014/main" id="{09CF8C20-CA98-5E14-7C80-336D7B894EEA}"/>
                  </a:ext>
                </a:extLst>
              </p:cNvPr>
              <p:cNvSpPr/>
              <p:nvPr/>
            </p:nvSpPr>
            <p:spPr>
              <a:xfrm>
                <a:off x="7766124" y="796950"/>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6">
                <a:extLst>
                  <a:ext uri="{FF2B5EF4-FFF2-40B4-BE49-F238E27FC236}">
                    <a16:creationId xmlns:a16="http://schemas.microsoft.com/office/drawing/2014/main" id="{8989C74E-C670-CC15-AF3C-B033AAFE7A27}"/>
                  </a:ext>
                </a:extLst>
              </p:cNvPr>
              <p:cNvSpPr/>
              <p:nvPr/>
            </p:nvSpPr>
            <p:spPr>
              <a:xfrm>
                <a:off x="8159525" y="264075"/>
                <a:ext cx="151325" cy="15132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502" name="Google Shape;502;p36">
            <a:extLst>
              <a:ext uri="{FF2B5EF4-FFF2-40B4-BE49-F238E27FC236}">
                <a16:creationId xmlns:a16="http://schemas.microsoft.com/office/drawing/2014/main" id="{429FBA65-73F4-1A58-0A9D-2C7276C13FC8}"/>
              </a:ext>
            </a:extLst>
          </p:cNvPr>
          <p:cNvCxnSpPr>
            <a:cxnSpLocks/>
            <a:stCxn id="467" idx="3"/>
          </p:cNvCxnSpPr>
          <p:nvPr/>
        </p:nvCxnSpPr>
        <p:spPr>
          <a:xfrm rot="10800000" flipH="1">
            <a:off x="4764900" y="1058050"/>
            <a:ext cx="240900" cy="2436300"/>
          </a:xfrm>
          <a:prstGeom prst="bentConnector2">
            <a:avLst/>
          </a:prstGeom>
          <a:noFill/>
          <a:ln w="19050" cap="flat" cmpd="sng">
            <a:solidFill>
              <a:schemeClr val="lt2"/>
            </a:solidFill>
            <a:prstDash val="solid"/>
            <a:round/>
            <a:headEnd type="none" w="med" len="med"/>
            <a:tailEnd type="oval" w="med" len="med"/>
          </a:ln>
        </p:spPr>
      </p:cxnSp>
      <p:cxnSp>
        <p:nvCxnSpPr>
          <p:cNvPr id="503" name="Google Shape;503;p36">
            <a:extLst>
              <a:ext uri="{FF2B5EF4-FFF2-40B4-BE49-F238E27FC236}">
                <a16:creationId xmlns:a16="http://schemas.microsoft.com/office/drawing/2014/main" id="{615F2E34-9A54-8CD1-FA8E-07542EB10D4A}"/>
              </a:ext>
            </a:extLst>
          </p:cNvPr>
          <p:cNvCxnSpPr/>
          <p:nvPr/>
        </p:nvCxnSpPr>
        <p:spPr>
          <a:xfrm rot="10800000" flipH="1">
            <a:off x="-329025" y="4087775"/>
            <a:ext cx="3096900" cy="913200"/>
          </a:xfrm>
          <a:prstGeom prst="bentConnector3">
            <a:avLst>
              <a:gd name="adj1" fmla="val 50000"/>
            </a:avLst>
          </a:prstGeom>
          <a:noFill/>
          <a:ln w="19050" cap="flat" cmpd="sng">
            <a:solidFill>
              <a:schemeClr val="lt2"/>
            </a:solidFill>
            <a:prstDash val="solid"/>
            <a:round/>
            <a:headEnd type="none" w="med" len="med"/>
            <a:tailEnd type="oval" w="med" len="med"/>
          </a:ln>
        </p:spPr>
      </p:cxnSp>
    </p:spTree>
    <p:extLst>
      <p:ext uri="{BB962C8B-B14F-4D97-AF65-F5344CB8AC3E}">
        <p14:creationId xmlns:p14="http://schemas.microsoft.com/office/powerpoint/2010/main" val="19877781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D34B3EBA-A332-E1A3-7039-376896B1C93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03BD039-1E0E-570F-D72E-A7209F1846DB}"/>
              </a:ext>
            </a:extLst>
          </p:cNvPr>
          <p:cNvSpPr txBox="1"/>
          <p:nvPr/>
        </p:nvSpPr>
        <p:spPr>
          <a:xfrm>
            <a:off x="736600" y="1511707"/>
            <a:ext cx="7670800" cy="1754326"/>
          </a:xfrm>
          <a:prstGeom prst="rect">
            <a:avLst/>
          </a:prstGeom>
          <a:noFill/>
        </p:spPr>
        <p:txBody>
          <a:bodyPr wrap="square">
            <a:spAutoFit/>
          </a:bodyPr>
          <a:lstStyle/>
          <a:p>
            <a:pPr algn="ct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This project presented a machine learning framework for early prediction and stage-wise classification of Chronic Kidney Disease (CKD) while addressing key clinical data challenges. A sequential preprocessing pipeline improved data quality and model reliability. Random Forest achieved the best predictive performance among the evaluated models. The results confirm the potential of machine learning for effective early CKD screening and decision support.</a:t>
            </a:r>
          </a:p>
        </p:txBody>
      </p:sp>
      <p:sp>
        <p:nvSpPr>
          <p:cNvPr id="2" name="TextBox 1">
            <a:extLst>
              <a:ext uri="{FF2B5EF4-FFF2-40B4-BE49-F238E27FC236}">
                <a16:creationId xmlns:a16="http://schemas.microsoft.com/office/drawing/2014/main" id="{346CA5EA-7BA8-A118-5AD9-BB3B0392760F}"/>
              </a:ext>
            </a:extLst>
          </p:cNvPr>
          <p:cNvSpPr txBox="1"/>
          <p:nvPr/>
        </p:nvSpPr>
        <p:spPr>
          <a:xfrm>
            <a:off x="988291" y="795101"/>
            <a:ext cx="1542410" cy="369332"/>
          </a:xfrm>
          <a:prstGeom prst="rect">
            <a:avLst/>
          </a:prstGeom>
          <a:noFill/>
        </p:spPr>
        <p:txBody>
          <a:bodyPr wrap="none" rtlCol="0">
            <a:spAutoFit/>
          </a:bodyPr>
          <a:lstStyle/>
          <a:p>
            <a:r>
              <a:rPr lang="en-US" sz="1800" dirty="0">
                <a:solidFill>
                  <a:schemeClr val="tx1"/>
                </a:solidFill>
                <a:latin typeface="Sora" panose="020B0604020202020204" charset="0"/>
                <a:ea typeface="Calibri" panose="020F0502020204030204" pitchFamily="34" charset="0"/>
                <a:cs typeface="Sora" panose="020B0604020202020204" charset="0"/>
              </a:rPr>
              <a:t>Conclusion</a:t>
            </a:r>
          </a:p>
        </p:txBody>
      </p:sp>
    </p:spTree>
    <p:extLst>
      <p:ext uri="{BB962C8B-B14F-4D97-AF65-F5344CB8AC3E}">
        <p14:creationId xmlns:p14="http://schemas.microsoft.com/office/powerpoint/2010/main" val="2573324484"/>
      </p:ext>
    </p:extLst>
  </p:cSld>
  <p:clrMapOvr>
    <a:masterClrMapping/>
  </p:clrMapOvr>
</p:sld>
</file>

<file path=ppt/theme/theme1.xml><?xml version="1.0" encoding="utf-8"?>
<a:theme xmlns:a="http://schemas.openxmlformats.org/drawingml/2006/main" name="AI Essentials Workshop by Slidesgo">
  <a:themeElements>
    <a:clrScheme name="Simple Light">
      <a:dk1>
        <a:srgbClr val="0C343D"/>
      </a:dk1>
      <a:lt1>
        <a:srgbClr val="F3F7F8"/>
      </a:lt1>
      <a:dk2>
        <a:srgbClr val="134F5C"/>
      </a:dk2>
      <a:lt2>
        <a:srgbClr val="45818E"/>
      </a:lt2>
      <a:accent1>
        <a:srgbClr val="76A5AF"/>
      </a:accent1>
      <a:accent2>
        <a:srgbClr val="D9EAD3"/>
      </a:accent2>
      <a:accent3>
        <a:srgbClr val="88ADA5"/>
      </a:accent3>
      <a:accent4>
        <a:srgbClr val="F3F3F3"/>
      </a:accent4>
      <a:accent5>
        <a:srgbClr val="FFFFFF"/>
      </a:accent5>
      <a:accent6>
        <a:srgbClr val="FFFFFF"/>
      </a:accent6>
      <a:hlink>
        <a:srgbClr val="0C343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446</TotalTime>
  <Words>613</Words>
  <Application>Microsoft Office PowerPoint</Application>
  <PresentationFormat>On-screen Show (16:9)</PresentationFormat>
  <Paragraphs>72</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Lato</vt:lpstr>
      <vt:lpstr>Sora</vt:lpstr>
      <vt:lpstr>Arial</vt:lpstr>
      <vt:lpstr>Calibri</vt:lpstr>
      <vt:lpstr>AI Essentials Workshop by Slidesgo</vt:lpstr>
      <vt:lpstr>Chronic kidney disease</vt:lpstr>
      <vt:lpstr>Table of contents</vt:lpstr>
      <vt:lpstr>Introduction</vt:lpstr>
      <vt:lpstr>Introduction</vt:lpstr>
      <vt:lpstr>Machine learning</vt:lpstr>
      <vt:lpstr>Methodology</vt:lpstr>
      <vt:lpstr>Pre-processing</vt:lpstr>
      <vt:lpstr>PowerPoint Presentation</vt:lpstr>
      <vt:lpstr>Processing</vt:lpstr>
      <vt:lpstr>PowerPoint Presentation</vt:lpstr>
      <vt:lpstr>Post-processing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Results </vt:lpstr>
      <vt:lpstr>PowerPoint Presentation</vt:lpstr>
      <vt:lpstr>PowerPoint Presentation</vt:lpstr>
      <vt:lpstr>PowerPoint Presentation</vt:lpstr>
      <vt:lpstr>PowerPoint Presentation</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Chronic kidney disease</dc:title>
  <dc:creator>Mickey</dc:creator>
  <cp:lastModifiedBy>EL Kayan</cp:lastModifiedBy>
  <cp:revision>8</cp:revision>
  <dcterms:modified xsi:type="dcterms:W3CDTF">2025-12-21T00:33:00Z</dcterms:modified>
</cp:coreProperties>
</file>